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8" r:id="rId5"/>
    <p:sldId id="263" r:id="rId6"/>
    <p:sldId id="271" r:id="rId7"/>
    <p:sldId id="265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46A6F9-7641-464E-DF91-79164050A7F3}" v="452" dt="2025-09-30T20:37:34.659"/>
    <p1510:client id="{D25A79C9-9471-45B4-BC88-D800C878565E}" v="19" dt="2025-09-30T19:12:06.130"/>
    <p1510:client id="{D40D57D1-9693-4EB6-AE08-2B572C6A4BAF}" v="26" dt="2025-09-30T19:11:32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ley Doleweerd" userId="S::jdolewee@uwaterloo.ca::0d132e0d-c26e-4b14-949f-39d5b7121262" providerId="AD" clId="Web-{EC3EE7CE-DCC7-E249-A182-A62258B9D849}"/>
    <pc:docChg chg="modSld">
      <pc:chgData name="Hailey Doleweerd" userId="S::jdolewee@uwaterloo.ca::0d132e0d-c26e-4b14-949f-39d5b7121262" providerId="AD" clId="Web-{EC3EE7CE-DCC7-E249-A182-A62258B9D849}" dt="2025-09-29T15:41:35.541" v="8" actId="20577"/>
      <pc:docMkLst>
        <pc:docMk/>
      </pc:docMkLst>
      <pc:sldChg chg="modSp">
        <pc:chgData name="Hailey Doleweerd" userId="S::jdolewee@uwaterloo.ca::0d132e0d-c26e-4b14-949f-39d5b7121262" providerId="AD" clId="Web-{EC3EE7CE-DCC7-E249-A182-A62258B9D849}" dt="2025-09-29T15:41:35.541" v="8" actId="20577"/>
        <pc:sldMkLst>
          <pc:docMk/>
          <pc:sldMk cId="1702497127" sldId="263"/>
        </pc:sldMkLst>
        <pc:spChg chg="mod">
          <ac:chgData name="Hailey Doleweerd" userId="S::jdolewee@uwaterloo.ca::0d132e0d-c26e-4b14-949f-39d5b7121262" providerId="AD" clId="Web-{EC3EE7CE-DCC7-E249-A182-A62258B9D849}" dt="2025-09-29T15:41:35.541" v="8" actId="20577"/>
          <ac:spMkLst>
            <pc:docMk/>
            <pc:sldMk cId="1702497127" sldId="263"/>
            <ac:spMk id="3" creationId="{18979CCF-5FBB-7874-D152-99CDBD1F999D}"/>
          </ac:spMkLst>
        </pc:spChg>
      </pc:sldChg>
    </pc:docChg>
  </pc:docChgLst>
  <pc:docChgLst>
    <pc:chgData name="Hailey Doleweerd" userId="S::jdolewee@uwaterloo.ca::0d132e0d-c26e-4b14-949f-39d5b7121262" providerId="AD" clId="Web-{59C2015A-646A-7247-2206-7A3987E5F623}"/>
    <pc:docChg chg="addSld delSld modSld">
      <pc:chgData name="Hailey Doleweerd" userId="S::jdolewee@uwaterloo.ca::0d132e0d-c26e-4b14-949f-39d5b7121262" providerId="AD" clId="Web-{59C2015A-646A-7247-2206-7A3987E5F623}" dt="2025-09-29T15:04:08.841" v="192" actId="20577"/>
      <pc:docMkLst>
        <pc:docMk/>
      </pc:docMkLst>
      <pc:sldChg chg="modSp del">
        <pc:chgData name="Hailey Doleweerd" userId="S::jdolewee@uwaterloo.ca::0d132e0d-c26e-4b14-949f-39d5b7121262" providerId="AD" clId="Web-{59C2015A-646A-7247-2206-7A3987E5F623}" dt="2025-09-29T14:57:54.064" v="2"/>
        <pc:sldMkLst>
          <pc:docMk/>
          <pc:sldMk cId="2319455848" sldId="256"/>
        </pc:sldMkLst>
        <pc:spChg chg="mod">
          <ac:chgData name="Hailey Doleweerd" userId="S::jdolewee@uwaterloo.ca::0d132e0d-c26e-4b14-949f-39d5b7121262" providerId="AD" clId="Web-{59C2015A-646A-7247-2206-7A3987E5F623}" dt="2025-09-29T14:57:53.829" v="1" actId="20577"/>
          <ac:spMkLst>
            <pc:docMk/>
            <pc:sldMk cId="2319455848" sldId="256"/>
            <ac:spMk id="2" creationId="{2971F3B5-F3FE-B7DB-AE65-CCFC2783F493}"/>
          </ac:spMkLst>
        </pc:spChg>
      </pc:sldChg>
      <pc:sldChg chg="del">
        <pc:chgData name="Hailey Doleweerd" userId="S::jdolewee@uwaterloo.ca::0d132e0d-c26e-4b14-949f-39d5b7121262" providerId="AD" clId="Web-{59C2015A-646A-7247-2206-7A3987E5F623}" dt="2025-09-29T15:03:01.808" v="150"/>
        <pc:sldMkLst>
          <pc:docMk/>
          <pc:sldMk cId="2700692106" sldId="258"/>
        </pc:sldMkLst>
      </pc:sldChg>
      <pc:sldChg chg="modSp">
        <pc:chgData name="Hailey Doleweerd" userId="S::jdolewee@uwaterloo.ca::0d132e0d-c26e-4b14-949f-39d5b7121262" providerId="AD" clId="Web-{59C2015A-646A-7247-2206-7A3987E5F623}" dt="2025-09-29T15:01:56.260" v="100" actId="20577"/>
        <pc:sldMkLst>
          <pc:docMk/>
          <pc:sldMk cId="3336293369" sldId="259"/>
        </pc:sldMkLst>
        <pc:spChg chg="mod">
          <ac:chgData name="Hailey Doleweerd" userId="S::jdolewee@uwaterloo.ca::0d132e0d-c26e-4b14-949f-39d5b7121262" providerId="AD" clId="Web-{59C2015A-646A-7247-2206-7A3987E5F623}" dt="2025-09-29T15:01:53.025" v="99" actId="20577"/>
          <ac:spMkLst>
            <pc:docMk/>
            <pc:sldMk cId="3336293369" sldId="259"/>
            <ac:spMk id="3" creationId="{86F6A4F5-9C0D-EF81-A1F6-FD3AB55EF905}"/>
          </ac:spMkLst>
        </pc:spChg>
        <pc:spChg chg="mod">
          <ac:chgData name="Hailey Doleweerd" userId="S::jdolewee@uwaterloo.ca::0d132e0d-c26e-4b14-949f-39d5b7121262" providerId="AD" clId="Web-{59C2015A-646A-7247-2206-7A3987E5F623}" dt="2025-09-29T15:01:56.260" v="100" actId="20577"/>
          <ac:spMkLst>
            <pc:docMk/>
            <pc:sldMk cId="3336293369" sldId="259"/>
            <ac:spMk id="4" creationId="{FC08460F-74F9-97DD-B690-F51B00415C3C}"/>
          </ac:spMkLst>
        </pc:spChg>
      </pc:sldChg>
      <pc:sldChg chg="modSp del">
        <pc:chgData name="Hailey Doleweerd" userId="S::jdolewee@uwaterloo.ca::0d132e0d-c26e-4b14-949f-39d5b7121262" providerId="AD" clId="Web-{59C2015A-646A-7247-2206-7A3987E5F623}" dt="2025-09-29T15:02:56.558" v="149"/>
        <pc:sldMkLst>
          <pc:docMk/>
          <pc:sldMk cId="2988860814" sldId="260"/>
        </pc:sldMkLst>
        <pc:spChg chg="mod">
          <ac:chgData name="Hailey Doleweerd" userId="S::jdolewee@uwaterloo.ca::0d132e0d-c26e-4b14-949f-39d5b7121262" providerId="AD" clId="Web-{59C2015A-646A-7247-2206-7A3987E5F623}" dt="2025-09-29T15:02:54.745" v="148" actId="20577"/>
          <ac:spMkLst>
            <pc:docMk/>
            <pc:sldMk cId="2988860814" sldId="260"/>
            <ac:spMk id="3" creationId="{C8085A9F-7AB9-B16A-5207-E3E781693734}"/>
          </ac:spMkLst>
        </pc:spChg>
      </pc:sldChg>
      <pc:sldChg chg="modSp">
        <pc:chgData name="Hailey Doleweerd" userId="S::jdolewee@uwaterloo.ca::0d132e0d-c26e-4b14-949f-39d5b7121262" providerId="AD" clId="Web-{59C2015A-646A-7247-2206-7A3987E5F623}" dt="2025-09-29T14:59:01.035" v="23" actId="20577"/>
        <pc:sldMkLst>
          <pc:docMk/>
          <pc:sldMk cId="1702497127" sldId="263"/>
        </pc:sldMkLst>
        <pc:spChg chg="mod">
          <ac:chgData name="Hailey Doleweerd" userId="S::jdolewee@uwaterloo.ca::0d132e0d-c26e-4b14-949f-39d5b7121262" providerId="AD" clId="Web-{59C2015A-646A-7247-2206-7A3987E5F623}" dt="2025-09-29T14:59:01.035" v="23" actId="20577"/>
          <ac:spMkLst>
            <pc:docMk/>
            <pc:sldMk cId="1702497127" sldId="263"/>
            <ac:spMk id="3" creationId="{18979CCF-5FBB-7874-D152-99CDBD1F999D}"/>
          </ac:spMkLst>
        </pc:spChg>
      </pc:sldChg>
      <pc:sldChg chg="del">
        <pc:chgData name="Hailey Doleweerd" userId="S::jdolewee@uwaterloo.ca::0d132e0d-c26e-4b14-949f-39d5b7121262" providerId="AD" clId="Web-{59C2015A-646A-7247-2206-7A3987E5F623}" dt="2025-09-29T15:03:03.027" v="151"/>
        <pc:sldMkLst>
          <pc:docMk/>
          <pc:sldMk cId="11365839" sldId="264"/>
        </pc:sldMkLst>
      </pc:sldChg>
      <pc:sldChg chg="modSp">
        <pc:chgData name="Hailey Doleweerd" userId="S::jdolewee@uwaterloo.ca::0d132e0d-c26e-4b14-949f-39d5b7121262" providerId="AD" clId="Web-{59C2015A-646A-7247-2206-7A3987E5F623}" dt="2025-09-29T15:04:08.841" v="192" actId="20577"/>
        <pc:sldMkLst>
          <pc:docMk/>
          <pc:sldMk cId="3068526033" sldId="265"/>
        </pc:sldMkLst>
        <pc:spChg chg="mod">
          <ac:chgData name="Hailey Doleweerd" userId="S::jdolewee@uwaterloo.ca::0d132e0d-c26e-4b14-949f-39d5b7121262" providerId="AD" clId="Web-{59C2015A-646A-7247-2206-7A3987E5F623}" dt="2025-09-29T15:02:50.245" v="147" actId="20577"/>
          <ac:spMkLst>
            <pc:docMk/>
            <pc:sldMk cId="3068526033" sldId="265"/>
            <ac:spMk id="3" creationId="{B918B933-53C1-8633-4153-7ACE65CBA468}"/>
          </ac:spMkLst>
        </pc:spChg>
        <pc:spChg chg="mod">
          <ac:chgData name="Hailey Doleweerd" userId="S::jdolewee@uwaterloo.ca::0d132e0d-c26e-4b14-949f-39d5b7121262" providerId="AD" clId="Web-{59C2015A-646A-7247-2206-7A3987E5F623}" dt="2025-09-29T15:04:08.841" v="192" actId="20577"/>
          <ac:spMkLst>
            <pc:docMk/>
            <pc:sldMk cId="3068526033" sldId="265"/>
            <ac:spMk id="4" creationId="{C6A000E9-6ED9-CB11-67CE-EA30B57BC1E4}"/>
          </ac:spMkLst>
        </pc:spChg>
      </pc:sldChg>
      <pc:sldChg chg="del">
        <pc:chgData name="Hailey Doleweerd" userId="S::jdolewee@uwaterloo.ca::0d132e0d-c26e-4b14-949f-39d5b7121262" providerId="AD" clId="Web-{59C2015A-646A-7247-2206-7A3987E5F623}" dt="2025-09-29T14:59:35.724" v="24"/>
        <pc:sldMkLst>
          <pc:docMk/>
          <pc:sldMk cId="766865287" sldId="266"/>
        </pc:sldMkLst>
      </pc:sldChg>
      <pc:sldChg chg="modSp">
        <pc:chgData name="Hailey Doleweerd" userId="S::jdolewee@uwaterloo.ca::0d132e0d-c26e-4b14-949f-39d5b7121262" providerId="AD" clId="Web-{59C2015A-646A-7247-2206-7A3987E5F623}" dt="2025-09-29T14:58:43.535" v="19" actId="20577"/>
        <pc:sldMkLst>
          <pc:docMk/>
          <pc:sldMk cId="3828766358" sldId="268"/>
        </pc:sldMkLst>
        <pc:spChg chg="mod">
          <ac:chgData name="Hailey Doleweerd" userId="S::jdolewee@uwaterloo.ca::0d132e0d-c26e-4b14-949f-39d5b7121262" providerId="AD" clId="Web-{59C2015A-646A-7247-2206-7A3987E5F623}" dt="2025-09-29T14:58:43.535" v="19" actId="20577"/>
          <ac:spMkLst>
            <pc:docMk/>
            <pc:sldMk cId="3828766358" sldId="268"/>
            <ac:spMk id="2" creationId="{28BE7992-7459-336C-91E5-B75AAC11B897}"/>
          </ac:spMkLst>
        </pc:spChg>
      </pc:sldChg>
      <pc:sldChg chg="modSp add replId">
        <pc:chgData name="Hailey Doleweerd" userId="S::jdolewee@uwaterloo.ca::0d132e0d-c26e-4b14-949f-39d5b7121262" providerId="AD" clId="Web-{59C2015A-646A-7247-2206-7A3987E5F623}" dt="2025-09-29T15:04:05.450" v="188" actId="20577"/>
        <pc:sldMkLst>
          <pc:docMk/>
          <pc:sldMk cId="119341577" sldId="269"/>
        </pc:sldMkLst>
        <pc:spChg chg="mod">
          <ac:chgData name="Hailey Doleweerd" userId="S::jdolewee@uwaterloo.ca::0d132e0d-c26e-4b14-949f-39d5b7121262" providerId="AD" clId="Web-{59C2015A-646A-7247-2206-7A3987E5F623}" dt="2025-09-29T15:03:41.387" v="161" actId="20577"/>
          <ac:spMkLst>
            <pc:docMk/>
            <pc:sldMk cId="119341577" sldId="269"/>
            <ac:spMk id="3" creationId="{B954122B-736F-E2DA-C870-914C88F19232}"/>
          </ac:spMkLst>
        </pc:spChg>
        <pc:spChg chg="mod">
          <ac:chgData name="Hailey Doleweerd" userId="S::jdolewee@uwaterloo.ca::0d132e0d-c26e-4b14-949f-39d5b7121262" providerId="AD" clId="Web-{59C2015A-646A-7247-2206-7A3987E5F623}" dt="2025-09-29T15:04:05.450" v="188" actId="20577"/>
          <ac:spMkLst>
            <pc:docMk/>
            <pc:sldMk cId="119341577" sldId="269"/>
            <ac:spMk id="4" creationId="{EAABEB0C-E273-D642-303F-F7E37436BC24}"/>
          </ac:spMkLst>
        </pc:spChg>
      </pc:sldChg>
    </pc:docChg>
  </pc:docChgLst>
  <pc:docChgLst>
    <pc:chgData name="Hailey Doleweerd" userId="S::jdolewee@uwaterloo.ca::0d132e0d-c26e-4b14-949f-39d5b7121262" providerId="AD" clId="Web-{9146A6F9-7641-464E-DF91-79164050A7F3}"/>
    <pc:docChg chg="addSld delSld modSld sldOrd">
      <pc:chgData name="Hailey Doleweerd" userId="S::jdolewee@uwaterloo.ca::0d132e0d-c26e-4b14-949f-39d5b7121262" providerId="AD" clId="Web-{9146A6F9-7641-464E-DF91-79164050A7F3}" dt="2025-09-30T20:37:33.206" v="438" actId="20577"/>
      <pc:docMkLst>
        <pc:docMk/>
      </pc:docMkLst>
      <pc:sldChg chg="modSp del">
        <pc:chgData name="Hailey Doleweerd" userId="S::jdolewee@uwaterloo.ca::0d132e0d-c26e-4b14-949f-39d5b7121262" providerId="AD" clId="Web-{9146A6F9-7641-464E-DF91-79164050A7F3}" dt="2025-09-30T15:45:56.735" v="254"/>
        <pc:sldMkLst>
          <pc:docMk/>
          <pc:sldMk cId="3336293369" sldId="259"/>
        </pc:sldMkLst>
        <pc:spChg chg="mod">
          <ac:chgData name="Hailey Doleweerd" userId="S::jdolewee@uwaterloo.ca::0d132e0d-c26e-4b14-949f-39d5b7121262" providerId="AD" clId="Web-{9146A6F9-7641-464E-DF91-79164050A7F3}" dt="2025-09-30T15:37:16.964" v="3" actId="20577"/>
          <ac:spMkLst>
            <pc:docMk/>
            <pc:sldMk cId="3336293369" sldId="259"/>
            <ac:spMk id="4" creationId="{FC08460F-74F9-97DD-B690-F51B00415C3C}"/>
          </ac:spMkLst>
        </pc:spChg>
      </pc:sldChg>
      <pc:sldChg chg="modSp">
        <pc:chgData name="Hailey Doleweerd" userId="S::jdolewee@uwaterloo.ca::0d132e0d-c26e-4b14-949f-39d5b7121262" providerId="AD" clId="Web-{9146A6F9-7641-464E-DF91-79164050A7F3}" dt="2025-09-30T20:37:33.206" v="438" actId="20577"/>
        <pc:sldMkLst>
          <pc:docMk/>
          <pc:sldMk cId="1702497127" sldId="263"/>
        </pc:sldMkLst>
        <pc:spChg chg="mod">
          <ac:chgData name="Hailey Doleweerd" userId="S::jdolewee@uwaterloo.ca::0d132e0d-c26e-4b14-949f-39d5b7121262" providerId="AD" clId="Web-{9146A6F9-7641-464E-DF91-79164050A7F3}" dt="2025-09-30T20:37:33.206" v="438" actId="20577"/>
          <ac:spMkLst>
            <pc:docMk/>
            <pc:sldMk cId="1702497127" sldId="263"/>
            <ac:spMk id="3" creationId="{18979CCF-5FBB-7874-D152-99CDBD1F999D}"/>
          </ac:spMkLst>
        </pc:spChg>
      </pc:sldChg>
      <pc:sldChg chg="modSp ord">
        <pc:chgData name="Hailey Doleweerd" userId="S::jdolewee@uwaterloo.ca::0d132e0d-c26e-4b14-949f-39d5b7121262" providerId="AD" clId="Web-{9146A6F9-7641-464E-DF91-79164050A7F3}" dt="2025-09-30T19:35:56.553" v="344" actId="20577"/>
        <pc:sldMkLst>
          <pc:docMk/>
          <pc:sldMk cId="3068526033" sldId="265"/>
        </pc:sldMkLst>
        <pc:spChg chg="mod">
          <ac:chgData name="Hailey Doleweerd" userId="S::jdolewee@uwaterloo.ca::0d132e0d-c26e-4b14-949f-39d5b7121262" providerId="AD" clId="Web-{9146A6F9-7641-464E-DF91-79164050A7F3}" dt="2025-09-30T19:35:56.553" v="344" actId="20577"/>
          <ac:spMkLst>
            <pc:docMk/>
            <pc:sldMk cId="3068526033" sldId="265"/>
            <ac:spMk id="3" creationId="{B918B933-53C1-8633-4153-7ACE65CBA468}"/>
          </ac:spMkLst>
        </pc:spChg>
        <pc:spChg chg="mod">
          <ac:chgData name="Hailey Doleweerd" userId="S::jdolewee@uwaterloo.ca::0d132e0d-c26e-4b14-949f-39d5b7121262" providerId="AD" clId="Web-{9146A6F9-7641-464E-DF91-79164050A7F3}" dt="2025-09-30T15:40:06.093" v="47" actId="20577"/>
          <ac:spMkLst>
            <pc:docMk/>
            <pc:sldMk cId="3068526033" sldId="265"/>
            <ac:spMk id="4" creationId="{C6A000E9-6ED9-CB11-67CE-EA30B57BC1E4}"/>
          </ac:spMkLst>
        </pc:spChg>
      </pc:sldChg>
      <pc:sldChg chg="del">
        <pc:chgData name="Hailey Doleweerd" userId="S::jdolewee@uwaterloo.ca::0d132e0d-c26e-4b14-949f-39d5b7121262" providerId="AD" clId="Web-{9146A6F9-7641-464E-DF91-79164050A7F3}" dt="2025-09-30T15:38:56.046" v="37"/>
        <pc:sldMkLst>
          <pc:docMk/>
          <pc:sldMk cId="2766281798" sldId="267"/>
        </pc:sldMkLst>
      </pc:sldChg>
      <pc:sldChg chg="del">
        <pc:chgData name="Hailey Doleweerd" userId="S::jdolewee@uwaterloo.ca::0d132e0d-c26e-4b14-949f-39d5b7121262" providerId="AD" clId="Web-{9146A6F9-7641-464E-DF91-79164050A7F3}" dt="2025-09-30T15:41:58" v="66"/>
        <pc:sldMkLst>
          <pc:docMk/>
          <pc:sldMk cId="119341577" sldId="269"/>
        </pc:sldMkLst>
      </pc:sldChg>
      <pc:sldChg chg="add del replId">
        <pc:chgData name="Hailey Doleweerd" userId="S::jdolewee@uwaterloo.ca::0d132e0d-c26e-4b14-949f-39d5b7121262" providerId="AD" clId="Web-{9146A6F9-7641-464E-DF91-79164050A7F3}" dt="2025-09-30T15:41:53.890" v="65"/>
        <pc:sldMkLst>
          <pc:docMk/>
          <pc:sldMk cId="439411309" sldId="270"/>
        </pc:sldMkLst>
      </pc:sldChg>
      <pc:sldChg chg="modSp new">
        <pc:chgData name="Hailey Doleweerd" userId="S::jdolewee@uwaterloo.ca::0d132e0d-c26e-4b14-949f-39d5b7121262" providerId="AD" clId="Web-{9146A6F9-7641-464E-DF91-79164050A7F3}" dt="2025-09-30T15:38:01.764" v="22" actId="20577"/>
        <pc:sldMkLst>
          <pc:docMk/>
          <pc:sldMk cId="3925488372" sldId="271"/>
        </pc:sldMkLst>
        <pc:spChg chg="mod">
          <ac:chgData name="Hailey Doleweerd" userId="S::jdolewee@uwaterloo.ca::0d132e0d-c26e-4b14-949f-39d5b7121262" providerId="AD" clId="Web-{9146A6F9-7641-464E-DF91-79164050A7F3}" dt="2025-09-30T15:38:01.764" v="22" actId="20577"/>
          <ac:spMkLst>
            <pc:docMk/>
            <pc:sldMk cId="3925488372" sldId="271"/>
            <ac:spMk id="2" creationId="{3C177793-B935-FB36-1131-3FB318E4B5AA}"/>
          </ac:spMkLst>
        </pc:spChg>
      </pc:sldChg>
      <pc:sldChg chg="addSp delSp modSp add replId">
        <pc:chgData name="Hailey Doleweerd" userId="S::jdolewee@uwaterloo.ca::0d132e0d-c26e-4b14-949f-39d5b7121262" providerId="AD" clId="Web-{9146A6F9-7641-464E-DF91-79164050A7F3}" dt="2025-09-30T19:33:31.687" v="321" actId="1076"/>
        <pc:sldMkLst>
          <pc:docMk/>
          <pc:sldMk cId="797336738" sldId="272"/>
        </pc:sldMkLst>
        <pc:spChg chg="mod">
          <ac:chgData name="Hailey Doleweerd" userId="S::jdolewee@uwaterloo.ca::0d132e0d-c26e-4b14-949f-39d5b7121262" providerId="AD" clId="Web-{9146A6F9-7641-464E-DF91-79164050A7F3}" dt="2025-09-30T19:33:19.421" v="317" actId="14100"/>
          <ac:spMkLst>
            <pc:docMk/>
            <pc:sldMk cId="797336738" sldId="272"/>
            <ac:spMk id="2" creationId="{42D1B55F-8958-7375-47B8-C93FD2A76628}"/>
          </ac:spMkLst>
        </pc:spChg>
        <pc:spChg chg="del">
          <ac:chgData name="Hailey Doleweerd" userId="S::jdolewee@uwaterloo.ca::0d132e0d-c26e-4b14-949f-39d5b7121262" providerId="AD" clId="Web-{9146A6F9-7641-464E-DF91-79164050A7F3}" dt="2025-09-30T19:32:53.859" v="315"/>
          <ac:spMkLst>
            <pc:docMk/>
            <pc:sldMk cId="797336738" sldId="272"/>
            <ac:spMk id="3" creationId="{542AAD78-5696-E6FE-9108-A97935F29162}"/>
          </ac:spMkLst>
        </pc:spChg>
        <pc:picChg chg="add del mod">
          <ac:chgData name="Hailey Doleweerd" userId="S::jdolewee@uwaterloo.ca::0d132e0d-c26e-4b14-949f-39d5b7121262" providerId="AD" clId="Web-{9146A6F9-7641-464E-DF91-79164050A7F3}" dt="2025-09-30T19:31:52.124" v="308"/>
          <ac:picMkLst>
            <pc:docMk/>
            <pc:sldMk cId="797336738" sldId="272"/>
            <ac:picMk id="4" creationId="{C84F3066-FADE-3248-3D8F-3E88EA6A708E}"/>
          </ac:picMkLst>
        </pc:picChg>
        <pc:picChg chg="add mod">
          <ac:chgData name="Hailey Doleweerd" userId="S::jdolewee@uwaterloo.ca::0d132e0d-c26e-4b14-949f-39d5b7121262" providerId="AD" clId="Web-{9146A6F9-7641-464E-DF91-79164050A7F3}" dt="2025-09-30T19:33:31.687" v="321" actId="1076"/>
          <ac:picMkLst>
            <pc:docMk/>
            <pc:sldMk cId="797336738" sldId="272"/>
            <ac:picMk id="5" creationId="{449A8129-E7DF-CA34-F1F9-E46E6CF07261}"/>
          </ac:picMkLst>
        </pc:picChg>
      </pc:sldChg>
      <pc:sldChg chg="modSp add replId">
        <pc:chgData name="Hailey Doleweerd" userId="S::jdolewee@uwaterloo.ca::0d132e0d-c26e-4b14-949f-39d5b7121262" providerId="AD" clId="Web-{9146A6F9-7641-464E-DF91-79164050A7F3}" dt="2025-09-30T15:45:45.844" v="253" actId="20577"/>
        <pc:sldMkLst>
          <pc:docMk/>
          <pc:sldMk cId="3860571810" sldId="273"/>
        </pc:sldMkLst>
        <pc:spChg chg="mod">
          <ac:chgData name="Hailey Doleweerd" userId="S::jdolewee@uwaterloo.ca::0d132e0d-c26e-4b14-949f-39d5b7121262" providerId="AD" clId="Web-{9146A6F9-7641-464E-DF91-79164050A7F3}" dt="2025-09-30T15:45:45.844" v="253" actId="20577"/>
          <ac:spMkLst>
            <pc:docMk/>
            <pc:sldMk cId="3860571810" sldId="273"/>
            <ac:spMk id="3" creationId="{3B54DB04-2930-062C-70D1-DDBCBF2A46BA}"/>
          </ac:spMkLst>
        </pc:spChg>
        <pc:spChg chg="mod">
          <ac:chgData name="Hailey Doleweerd" userId="S::jdolewee@uwaterloo.ca::0d132e0d-c26e-4b14-949f-39d5b7121262" providerId="AD" clId="Web-{9146A6F9-7641-464E-DF91-79164050A7F3}" dt="2025-09-30T15:42:14.125" v="71" actId="20577"/>
          <ac:spMkLst>
            <pc:docMk/>
            <pc:sldMk cId="3860571810" sldId="273"/>
            <ac:spMk id="4" creationId="{923E3CA4-0C9E-274F-861C-93BF6FA78B33}"/>
          </ac:spMkLst>
        </pc:spChg>
      </pc:sldChg>
    </pc:docChg>
  </pc:docChgLst>
  <pc:docChgLst>
    <pc:chgData name="Nancy Nelson" userId="42129715-28bd-4845-9956-5cafea6dbefb" providerId="ADAL" clId="{BCD00346-47C4-4778-BBC9-7BAF6A25BA33}"/>
    <pc:docChg chg="custSel modSld">
      <pc:chgData name="Nancy Nelson" userId="42129715-28bd-4845-9956-5cafea6dbefb" providerId="ADAL" clId="{BCD00346-47C4-4778-BBC9-7BAF6A25BA33}" dt="2025-09-30T19:12:06.130" v="18" actId="6549"/>
      <pc:docMkLst>
        <pc:docMk/>
      </pc:docMkLst>
      <pc:sldChg chg="modSp mod">
        <pc:chgData name="Nancy Nelson" userId="42129715-28bd-4845-9956-5cafea6dbefb" providerId="ADAL" clId="{BCD00346-47C4-4778-BBC9-7BAF6A25BA33}" dt="2025-09-30T19:12:06.130" v="18" actId="6549"/>
        <pc:sldMkLst>
          <pc:docMk/>
          <pc:sldMk cId="1702497127" sldId="263"/>
        </pc:sldMkLst>
        <pc:spChg chg="mod">
          <ac:chgData name="Nancy Nelson" userId="42129715-28bd-4845-9956-5cafea6dbefb" providerId="ADAL" clId="{BCD00346-47C4-4778-BBC9-7BAF6A25BA33}" dt="2025-09-30T19:12:06.130" v="18" actId="6549"/>
          <ac:spMkLst>
            <pc:docMk/>
            <pc:sldMk cId="1702497127" sldId="263"/>
            <ac:spMk id="3" creationId="{18979CCF-5FBB-7874-D152-99CDBD1F999D}"/>
          </ac:spMkLst>
        </pc:spChg>
      </pc:sldChg>
    </pc:docChg>
  </pc:docChgLst>
  <pc:docChgLst>
    <pc:chgData name="Fareed Rasheed" userId="S::f2rashee@uwaterloo.ca::65b91513-f0b4-4a81-95b3-fe23e9dcfde7" providerId="AD" clId="Web-{3AE5C466-EEB7-4201-1F21-941EF810BB69}"/>
    <pc:docChg chg="modSld">
      <pc:chgData name="Fareed Rasheed" userId="S::f2rashee@uwaterloo.ca::65b91513-f0b4-4a81-95b3-fe23e9dcfde7" providerId="AD" clId="Web-{3AE5C466-EEB7-4201-1F21-941EF810BB69}" dt="2025-09-29T15:27:40.416" v="389" actId="20577"/>
      <pc:docMkLst>
        <pc:docMk/>
      </pc:docMkLst>
      <pc:sldChg chg="modSp">
        <pc:chgData name="Fareed Rasheed" userId="S::f2rashee@uwaterloo.ca::65b91513-f0b4-4a81-95b3-fe23e9dcfde7" providerId="AD" clId="Web-{3AE5C466-EEB7-4201-1F21-941EF810BB69}" dt="2025-09-29T15:11:19.663" v="33" actId="20577"/>
        <pc:sldMkLst>
          <pc:docMk/>
          <pc:sldMk cId="1702497127" sldId="263"/>
        </pc:sldMkLst>
        <pc:spChg chg="mod">
          <ac:chgData name="Fareed Rasheed" userId="S::f2rashee@uwaterloo.ca::65b91513-f0b4-4a81-95b3-fe23e9dcfde7" providerId="AD" clId="Web-{3AE5C466-EEB7-4201-1F21-941EF810BB69}" dt="2025-09-29T15:11:19.663" v="33" actId="20577"/>
          <ac:spMkLst>
            <pc:docMk/>
            <pc:sldMk cId="1702497127" sldId="263"/>
            <ac:spMk id="3" creationId="{18979CCF-5FBB-7874-D152-99CDBD1F999D}"/>
          </ac:spMkLst>
        </pc:spChg>
      </pc:sldChg>
      <pc:sldChg chg="modSp">
        <pc:chgData name="Fareed Rasheed" userId="S::f2rashee@uwaterloo.ca::65b91513-f0b4-4a81-95b3-fe23e9dcfde7" providerId="AD" clId="Web-{3AE5C466-EEB7-4201-1F21-941EF810BB69}" dt="2025-09-29T15:27:40.416" v="389" actId="20577"/>
        <pc:sldMkLst>
          <pc:docMk/>
          <pc:sldMk cId="119341577" sldId="269"/>
        </pc:sldMkLst>
        <pc:spChg chg="mod">
          <ac:chgData name="Fareed Rasheed" userId="S::f2rashee@uwaterloo.ca::65b91513-f0b4-4a81-95b3-fe23e9dcfde7" providerId="AD" clId="Web-{3AE5C466-EEB7-4201-1F21-941EF810BB69}" dt="2025-09-29T15:27:40.416" v="389" actId="20577"/>
          <ac:spMkLst>
            <pc:docMk/>
            <pc:sldMk cId="119341577" sldId="269"/>
            <ac:spMk id="3" creationId="{B954122B-736F-E2DA-C870-914C88F19232}"/>
          </ac:spMkLst>
        </pc:spChg>
      </pc:sldChg>
    </pc:docChg>
  </pc:docChgLst>
  <pc:docChgLst>
    <pc:chgData name="Nancy Nelson" userId="S::n5nelson@uwaterloo.ca::42129715-28bd-4845-9956-5cafea6dbefb" providerId="AD" clId="Web-{D40D57D1-9693-4EB6-AE08-2B572C6A4BAF}"/>
    <pc:docChg chg="modSld">
      <pc:chgData name="Nancy Nelson" userId="S::n5nelson@uwaterloo.ca::42129715-28bd-4845-9956-5cafea6dbefb" providerId="AD" clId="Web-{D40D57D1-9693-4EB6-AE08-2B572C6A4BAF}" dt="2025-09-30T19:11:32.702" v="25" actId="20577"/>
      <pc:docMkLst>
        <pc:docMk/>
      </pc:docMkLst>
      <pc:sldChg chg="modSp">
        <pc:chgData name="Nancy Nelson" userId="S::n5nelson@uwaterloo.ca::42129715-28bd-4845-9956-5cafea6dbefb" providerId="AD" clId="Web-{D40D57D1-9693-4EB6-AE08-2B572C6A4BAF}" dt="2025-09-30T19:11:32.702" v="25" actId="20577"/>
        <pc:sldMkLst>
          <pc:docMk/>
          <pc:sldMk cId="1702497127" sldId="263"/>
        </pc:sldMkLst>
        <pc:spChg chg="mod">
          <ac:chgData name="Nancy Nelson" userId="S::n5nelson@uwaterloo.ca::42129715-28bd-4845-9956-5cafea6dbefb" providerId="AD" clId="Web-{D40D57D1-9693-4EB6-AE08-2B572C6A4BAF}" dt="2025-09-30T19:11:32.702" v="25" actId="20577"/>
          <ac:spMkLst>
            <pc:docMk/>
            <pc:sldMk cId="1702497127" sldId="263"/>
            <ac:spMk id="3" creationId="{18979CCF-5FBB-7874-D152-99CDBD1F99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err="1"/>
              <a:t>INTermediate</a:t>
            </a:r>
            <a:r>
              <a:rPr lang="en-CA"/>
              <a:t> Arduino Workshop</a:t>
            </a:r>
            <a:br>
              <a:rPr lang="en-CA"/>
            </a:br>
            <a:br>
              <a:rPr lang="en-CA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/>
              <a:t>Dr. Nancy Nelson</a:t>
            </a:r>
            <a:endParaRPr lang="en-US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/>
              <a:t>Engineering IDEAs Clinic </a:t>
            </a:r>
          </a:p>
          <a:p>
            <a:r>
              <a:rPr lang="en-CA"/>
              <a:t>IDEAs Clinic Co-ops: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>
                <a:latin typeface="TW Cen MT"/>
              </a:rPr>
              <a:t>Hailey, Fareed, Owen, Ian, Kai, Fuzail</a:t>
            </a: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>
              <a:latin typeface="Tw Cen M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7793-B935-FB36-1131-3FB318E4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Polling, interrupts and time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E86BD-0AB9-C8DE-E7FF-0D79E90DF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8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4B94-1F4A-CB5F-C2F5-2DB8B691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B933-53C1-8633-4153-7ACE65CB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9905999" cy="5415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/>
              <a:t>Interrupts are events that invoke a function to be executed immediately superseding typical functionality. </a:t>
            </a:r>
            <a:endParaRPr lang="en-US"/>
          </a:p>
          <a:p>
            <a:r>
              <a:rPr lang="en-CA">
                <a:latin typeface="TW Cen MT"/>
              </a:rPr>
              <a:t>Polling is the continuous checking of a device, state, or condition to see if action needs to be taken or data is ready</a:t>
            </a: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A000E9-6ED9-CB11-67CE-EA30B57BC1E4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Interrupts &amp; Polling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589C-80A1-575E-E953-23D8CFBE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4DB04-2930-062C-70D1-DDBCBF2A4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9905999" cy="5415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/>
              <a:t>Arduino's have built in functions to abstract the hardware timer functionality. These can be used to simply implement a timer, or stopwatch, etc...</a:t>
            </a:r>
          </a:p>
          <a:p>
            <a:r>
              <a:rPr lang="en-CA"/>
              <a:t>Main function you will use: </a:t>
            </a:r>
            <a:r>
              <a:rPr lang="en-CA" err="1"/>
              <a:t>millis</a:t>
            </a:r>
            <a:r>
              <a:rPr lang="en-CA"/>
              <a:t>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/>
              <a:t>Returns an integer of the number of milliseconds that have passed since the Arduino started up.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3E3CA4-0C9E-274F-861C-93BF6FA78B3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Time functions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7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9D48-D8AB-9AF9-4846-7A04F94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B55F-8958-7375-47B8-C93FD2A7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4238391"/>
          </a:xfrm>
        </p:spPr>
        <p:txBody>
          <a:bodyPr/>
          <a:lstStyle/>
          <a:p>
            <a:pPr algn="ctr"/>
            <a:r>
              <a:rPr lang="en-US"/>
              <a:t>Your goal: write a Pong game</a:t>
            </a:r>
          </a:p>
        </p:txBody>
      </p:sp>
      <p:pic>
        <p:nvPicPr>
          <p:cNvPr id="5" name="Picture 4" descr="Pong - Play Game Instantly!">
            <a:extLst>
              <a:ext uri="{FF2B5EF4-FFF2-40B4-BE49-F238E27FC236}">
                <a16:creationId xmlns:a16="http://schemas.microsoft.com/office/drawing/2014/main" id="{449A8129-E7DF-CA34-F1F9-E46E6CF07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880" y="680761"/>
            <a:ext cx="6281817" cy="45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36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e7dfc8fa-bf2c-40a2-9de2-5ccba9e041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Circuit</vt:lpstr>
      <vt:lpstr>INTermediate Arduino Workshop   </vt:lpstr>
      <vt:lpstr>PowerPoint Presentation</vt:lpstr>
      <vt:lpstr>Polling, interrupts and time Functions</vt:lpstr>
      <vt:lpstr>PowerPoint Presentation</vt:lpstr>
      <vt:lpstr>PowerPoint Presentation</vt:lpstr>
      <vt:lpstr>Your goal: write a Pong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1</cp:revision>
  <dcterms:created xsi:type="dcterms:W3CDTF">2025-07-02T14:40:46Z</dcterms:created>
  <dcterms:modified xsi:type="dcterms:W3CDTF">2025-09-30T20:38:12Z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