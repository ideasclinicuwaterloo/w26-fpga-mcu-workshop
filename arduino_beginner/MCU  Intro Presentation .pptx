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7_657A0B6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63" r:id="rId7"/>
    <p:sldId id="264" r:id="rId8"/>
    <p:sldId id="258" r:id="rId9"/>
    <p:sldId id="259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0781E-B502-CF29-8BF6-EE034E89AB4D}" v="1051" dt="2025-09-29T18:05:45.256"/>
    <p1510:client id="{AA3AFC94-680E-7A4F-43AA-51CA98E446A8}" v="64" dt="2025-09-29T19:33:25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Jinzo Macpherson" userId="S::ijmacphe@uwaterloo.ca::1136d496-3cf7-4133-8842-ea25b02e6057" providerId="AD" clId="Web-{AA3AFC94-680E-7A4F-43AA-51CA98E446A8}"/>
    <pc:docChg chg="addSld delSld modSld">
      <pc:chgData name="Ian Jinzo Macpherson" userId="S::ijmacphe@uwaterloo.ca::1136d496-3cf7-4133-8842-ea25b02e6057" providerId="AD" clId="Web-{AA3AFC94-680E-7A4F-43AA-51CA98E446A8}" dt="2025-09-29T19:33:25.456" v="49"/>
      <pc:docMkLst>
        <pc:docMk/>
      </pc:docMkLst>
      <pc:sldChg chg="addSp delSp">
        <pc:chgData name="Ian Jinzo Macpherson" userId="S::ijmacphe@uwaterloo.ca::1136d496-3cf7-4133-8842-ea25b02e6057" providerId="AD" clId="Web-{AA3AFC94-680E-7A4F-43AA-51CA98E446A8}" dt="2025-09-29T19:30:41.280" v="15"/>
        <pc:sldMkLst>
          <pc:docMk/>
          <pc:sldMk cId="2700692106" sldId="258"/>
        </pc:sldMkLst>
        <pc:spChg chg="add del">
          <ac:chgData name="Ian Jinzo Macpherson" userId="S::ijmacphe@uwaterloo.ca::1136d496-3cf7-4133-8842-ea25b02e6057" providerId="AD" clId="Web-{AA3AFC94-680E-7A4F-43AA-51CA98E446A8}" dt="2025-09-29T19:30:41.280" v="15"/>
          <ac:spMkLst>
            <pc:docMk/>
            <pc:sldMk cId="2700692106" sldId="258"/>
            <ac:spMk id="5" creationId="{771AD59E-FFBB-9C0A-249F-7FA8931AE1B6}"/>
          </ac:spMkLst>
        </pc:spChg>
        <pc:spChg chg="add del">
          <ac:chgData name="Ian Jinzo Macpherson" userId="S::ijmacphe@uwaterloo.ca::1136d496-3cf7-4133-8842-ea25b02e6057" providerId="AD" clId="Web-{AA3AFC94-680E-7A4F-43AA-51CA98E446A8}" dt="2025-09-29T19:30:41.280" v="13"/>
          <ac:spMkLst>
            <pc:docMk/>
            <pc:sldMk cId="2700692106" sldId="258"/>
            <ac:spMk id="9" creationId="{C0609272-4BD3-62C0-6FB7-E4FE2F80250B}"/>
          </ac:spMkLst>
        </pc:spChg>
        <pc:picChg chg="add del">
          <ac:chgData name="Ian Jinzo Macpherson" userId="S::ijmacphe@uwaterloo.ca::1136d496-3cf7-4133-8842-ea25b02e6057" providerId="AD" clId="Web-{AA3AFC94-680E-7A4F-43AA-51CA98E446A8}" dt="2025-09-29T19:30:41.280" v="14"/>
          <ac:picMkLst>
            <pc:docMk/>
            <pc:sldMk cId="2700692106" sldId="258"/>
            <ac:picMk id="7" creationId="{5485FA9A-93D2-E8B1-7F40-6EBB36D8919F}"/>
          </ac:picMkLst>
        </pc:picChg>
      </pc:sldChg>
      <pc:sldChg chg="addSp delSp modSp add del">
        <pc:chgData name="Ian Jinzo Macpherson" userId="S::ijmacphe@uwaterloo.ca::1136d496-3cf7-4133-8842-ea25b02e6057" providerId="AD" clId="Web-{AA3AFC94-680E-7A4F-43AA-51CA98E446A8}" dt="2025-09-29T19:31:17.656" v="27" actId="14100"/>
        <pc:sldMkLst>
          <pc:docMk/>
          <pc:sldMk cId="3336293369" sldId="259"/>
        </pc:sldMkLst>
        <pc:spChg chg="add del">
          <ac:chgData name="Ian Jinzo Macpherson" userId="S::ijmacphe@uwaterloo.ca::1136d496-3cf7-4133-8842-ea25b02e6057" providerId="AD" clId="Web-{AA3AFC94-680E-7A4F-43AA-51CA98E446A8}" dt="2025-09-29T19:30:22.436" v="8"/>
          <ac:spMkLst>
            <pc:docMk/>
            <pc:sldMk cId="3336293369" sldId="259"/>
            <ac:spMk id="6" creationId="{478F9581-3ED6-0EF8-56D5-3CE02C40FA5F}"/>
          </ac:spMkLst>
        </pc:spChg>
        <pc:spChg chg="add del">
          <ac:chgData name="Ian Jinzo Macpherson" userId="S::ijmacphe@uwaterloo.ca::1136d496-3cf7-4133-8842-ea25b02e6057" providerId="AD" clId="Web-{AA3AFC94-680E-7A4F-43AA-51CA98E446A8}" dt="2025-09-29T19:30:22.436" v="6"/>
          <ac:spMkLst>
            <pc:docMk/>
            <pc:sldMk cId="3336293369" sldId="259"/>
            <ac:spMk id="10" creationId="{852478EC-FDF0-F90D-1627-FC82E3C288FF}"/>
          </ac:spMkLst>
        </pc:spChg>
        <pc:spChg chg="add mod">
          <ac:chgData name="Ian Jinzo Macpherson" userId="S::ijmacphe@uwaterloo.ca::1136d496-3cf7-4133-8842-ea25b02e6057" providerId="AD" clId="Web-{AA3AFC94-680E-7A4F-43AA-51CA98E446A8}" dt="2025-09-29T19:31:17.656" v="27" actId="14100"/>
          <ac:spMkLst>
            <pc:docMk/>
            <pc:sldMk cId="3336293369" sldId="259"/>
            <ac:spMk id="11" creationId="{B2A3AE08-E88F-B82A-C5DA-0840ED40CBE0}"/>
          </ac:spMkLst>
        </pc:spChg>
        <pc:picChg chg="add del">
          <ac:chgData name="Ian Jinzo Macpherson" userId="S::ijmacphe@uwaterloo.ca::1136d496-3cf7-4133-8842-ea25b02e6057" providerId="AD" clId="Web-{AA3AFC94-680E-7A4F-43AA-51CA98E446A8}" dt="2025-09-29T19:30:22.436" v="7"/>
          <ac:picMkLst>
            <pc:docMk/>
            <pc:sldMk cId="3336293369" sldId="259"/>
            <ac:picMk id="8" creationId="{8DEC0044-1922-3439-4CBB-6832F6CF4DB3}"/>
          </ac:picMkLst>
        </pc:picChg>
      </pc:sldChg>
      <pc:sldChg chg="delSp modSp">
        <pc:chgData name="Ian Jinzo Macpherson" userId="S::ijmacphe@uwaterloo.ca::1136d496-3cf7-4133-8842-ea25b02e6057" providerId="AD" clId="Web-{AA3AFC94-680E-7A4F-43AA-51CA98E446A8}" dt="2025-09-29T19:33:25.456" v="49"/>
        <pc:sldMkLst>
          <pc:docMk/>
          <pc:sldMk cId="11365839" sldId="264"/>
        </pc:sldMkLst>
        <pc:spChg chg="del mod">
          <ac:chgData name="Ian Jinzo Macpherson" userId="S::ijmacphe@uwaterloo.ca::1136d496-3cf7-4133-8842-ea25b02e6057" providerId="AD" clId="Web-{AA3AFC94-680E-7A4F-43AA-51CA98E446A8}" dt="2025-09-29T19:33:25.456" v="47"/>
          <ac:spMkLst>
            <pc:docMk/>
            <pc:sldMk cId="11365839" sldId="264"/>
            <ac:spMk id="4" creationId="{412FB283-2D57-D951-CE94-607281297FDE}"/>
          </ac:spMkLst>
        </pc:spChg>
        <pc:spChg chg="del">
          <ac:chgData name="Ian Jinzo Macpherson" userId="S::ijmacphe@uwaterloo.ca::1136d496-3cf7-4133-8842-ea25b02e6057" providerId="AD" clId="Web-{AA3AFC94-680E-7A4F-43AA-51CA98E446A8}" dt="2025-09-29T19:33:25.456" v="49"/>
          <ac:spMkLst>
            <pc:docMk/>
            <pc:sldMk cId="11365839" sldId="264"/>
            <ac:spMk id="1067" creationId="{C2E4E997-8672-4FFD-B8EC-9932A8E4714B}"/>
          </ac:spMkLst>
        </pc:spChg>
        <pc:picChg chg="mod">
          <ac:chgData name="Ian Jinzo Macpherson" userId="S::ijmacphe@uwaterloo.ca::1136d496-3cf7-4133-8842-ea25b02e6057" providerId="AD" clId="Web-{AA3AFC94-680E-7A4F-43AA-51CA98E446A8}" dt="2025-09-29T19:26:21.570" v="2" actId="1076"/>
          <ac:picMkLst>
            <pc:docMk/>
            <pc:sldMk cId="11365839" sldId="264"/>
            <ac:picMk id="6" creationId="{2D965037-13AB-4D0E-35C4-7B78C1DA5013}"/>
          </ac:picMkLst>
        </pc:picChg>
        <pc:picChg chg="del">
          <ac:chgData name="Ian Jinzo Macpherson" userId="S::ijmacphe@uwaterloo.ca::1136d496-3cf7-4133-8842-ea25b02e6057" providerId="AD" clId="Web-{AA3AFC94-680E-7A4F-43AA-51CA98E446A8}" dt="2025-09-29T19:33:25.456" v="48"/>
          <ac:picMkLst>
            <pc:docMk/>
            <pc:sldMk cId="11365839" sldId="264"/>
            <ac:picMk id="1069" creationId="{FE6BA9E6-1D9E-4D30-B528-D49FA1342E4E}"/>
          </ac:picMkLst>
        </pc:picChg>
      </pc:sldChg>
      <pc:sldChg chg="addSp modSp">
        <pc:chgData name="Ian Jinzo Macpherson" userId="S::ijmacphe@uwaterloo.ca::1136d496-3cf7-4133-8842-ea25b02e6057" providerId="AD" clId="Web-{AA3AFC94-680E-7A4F-43AA-51CA98E446A8}" dt="2025-09-29T19:33:13.253" v="46" actId="1076"/>
        <pc:sldMkLst>
          <pc:docMk/>
          <pc:sldMk cId="3068526033" sldId="265"/>
        </pc:sldMkLst>
        <pc:spChg chg="add mod">
          <ac:chgData name="Ian Jinzo Macpherson" userId="S::ijmacphe@uwaterloo.ca::1136d496-3cf7-4133-8842-ea25b02e6057" providerId="AD" clId="Web-{AA3AFC94-680E-7A4F-43AA-51CA98E446A8}" dt="2025-09-29T19:33:13.253" v="46" actId="1076"/>
          <ac:spMkLst>
            <pc:docMk/>
            <pc:sldMk cId="3068526033" sldId="265"/>
            <ac:spMk id="5" creationId="{C29055D8-258E-5298-45A4-6FAB2FCD3A40}"/>
          </ac:spMkLst>
        </pc:spChg>
      </pc:sldChg>
    </pc:docChg>
  </pc:docChgLst>
</pc:chgInfo>
</file>

<file path=ppt/comments/modernComment_107_657A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4BB948-7F9F-4767-A3F1-7E01C5B29B7B}" authorId="{0841295E-4680-2B7B-A9AE-1A765E71D4EB}" created="2025-07-03T12:46:18.701">
    <pc:sldMkLst xmlns:pc="http://schemas.microsoft.com/office/powerpoint/2013/main/command">
      <pc:docMk/>
      <pc:sldMk cId="1702497127" sldId="263"/>
    </pc:sldMkLst>
    <p188:txBody>
      <a:bodyPr/>
      <a:lstStyle/>
      <a:p>
        <a:r>
          <a:rPr lang="en-US"/>
          <a:t>Need to add Gabe Ghrayeb. Will Punit be here??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57A0B6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3B5-F3FE-B7DB-AE65-CCFC2783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"/>
              </a:rPr>
              <a:t>If you have not already done so, please download The Arduino IDE: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 dirty="0">
                <a:ea typeface="+mj-lt"/>
                <a:cs typeface="+mj-lt"/>
              </a:rPr>
              <a:t>https://www.arduino.cc/en/software/ </a:t>
            </a:r>
            <a:br>
              <a:rPr lang="en-US" sz="2800" dirty="0">
                <a:latin typeface="Tw Cen MT"/>
              </a:rPr>
            </a:br>
            <a:br>
              <a:rPr lang="en-US" sz="2800" dirty="0">
                <a:latin typeface="Tw Cen MT"/>
              </a:rPr>
            </a:br>
            <a:br>
              <a:rPr lang="en-US" sz="2800" dirty="0">
                <a:latin typeface="Tw Cen MT"/>
              </a:rPr>
            </a:br>
            <a:br>
              <a:rPr lang="en-US" sz="2800" u="sng" dirty="0">
                <a:latin typeface="Aptos"/>
              </a:rPr>
            </a:br>
            <a:r>
              <a:rPr lang="en-US" sz="2800" dirty="0">
                <a:latin typeface="Aptos"/>
              </a:rPr>
              <a:t>Go to THE Learn course page to find this link</a:t>
            </a:r>
            <a:endParaRPr lang="en-CA" sz="2800" dirty="0">
              <a:latin typeface="Aptos"/>
            </a:endParaRPr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31945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dirty="0"/>
              <a:t>MCU</a:t>
            </a:r>
            <a:r>
              <a:rPr lang="en-CA" noProof="0" dirty="0"/>
              <a:t> </a:t>
            </a:r>
            <a:r>
              <a:rPr lang="en-CA" dirty="0"/>
              <a:t>( Arduino) </a:t>
            </a:r>
            <a:r>
              <a:rPr lang="en-CA" noProof="0" dirty="0"/>
              <a:t>Introduction</a:t>
            </a:r>
            <a:r>
              <a:rPr lang="en-CA" dirty="0"/>
              <a:t> </a:t>
            </a:r>
            <a:r>
              <a:rPr lang="en-CA" dirty="0">
                <a:latin typeface="TW Cen MT"/>
              </a:rPr>
              <a:t>Workshop</a:t>
            </a:r>
            <a:br>
              <a:rPr lang="en-CA" dirty="0"/>
            </a:br>
            <a:br>
              <a:rPr lang="en-CA" dirty="0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Orion Bruckman (EE)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15 years as a lab instructor, 10 years of R&amp;D in computer and consumer electronics fields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noProof="0" dirty="0"/>
              <a:t>Dr. Chris Rennick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Purveyor of all Engineering knowledge 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dirty="0"/>
              <a:t>Gabe </a:t>
            </a:r>
            <a:r>
              <a:rPr lang="en-CA" dirty="0" err="1"/>
              <a:t>Ghrayeb</a:t>
            </a:r>
            <a:endParaRPr lang="en-CA" dirty="0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IDEAs Clinic Co-op, 4A Nanotechnology Engineering</a:t>
            </a:r>
            <a:endParaRPr lang="en-CA" noProof="0" dirty="0"/>
          </a:p>
          <a:p>
            <a:endParaRPr lang="en-CA" noProof="0"/>
          </a:p>
          <a:p>
            <a:pPr marL="0" indent="0">
              <a:buNone/>
            </a:pPr>
            <a:endParaRPr lang="en-CA" noProof="0" dirty="0">
              <a:latin typeface="Tw Cen MT"/>
            </a:endParaRP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B066-387F-1FB2-A08C-8059D36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B63-8740-6F78-16B9-648EACD1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130565" cy="47718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000" dirty="0"/>
              <a:t>A microcontroller is a self-contained compute, on an integrated circuit</a:t>
            </a:r>
            <a:endParaRPr lang="en-CA" sz="2000" noProof="0" dirty="0"/>
          </a:p>
          <a:p>
            <a:r>
              <a:rPr lang="en-CA" sz="2000" dirty="0"/>
              <a:t>Access to Memory, CPU, and I/O pins. Allowing you to customize the other components as needed.</a:t>
            </a: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54FBBF34-D9C8-17DE-776C-536F42B54EB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What is a MICROCONTROLLER ?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A8C278-B8D2-22E5-896C-6A46E9685B7D}"/>
              </a:ext>
            </a:extLst>
          </p:cNvPr>
          <p:cNvSpPr/>
          <p:nvPr/>
        </p:nvSpPr>
        <p:spPr>
          <a:xfrm>
            <a:off x="6794205" y="1990725"/>
            <a:ext cx="2020186" cy="2030413"/>
          </a:xfrm>
          <a:prstGeom prst="ellipse">
            <a:avLst/>
          </a:prstGeom>
          <a:noFill/>
          <a:ln w="2286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6" name="Picture 5" descr="A diagram of a microchip&#10;&#10;AI-generated content may be incorrect.">
            <a:extLst>
              <a:ext uri="{FF2B5EF4-FFF2-40B4-BE49-F238E27FC236}">
                <a16:creationId xmlns:a16="http://schemas.microsoft.com/office/drawing/2014/main" id="{2D965037-13AB-4D0E-35C4-7B78C1DA5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527" y="1434017"/>
            <a:ext cx="5588000" cy="398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1C2-AB9F-CC02-362E-6A56E37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 dirty="0">
                <a:latin typeface="TW Cen MT"/>
              </a:rPr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60A-0A60-13B2-7C65-D766C921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50" y="1447800"/>
            <a:ext cx="7860348" cy="5078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b="1" dirty="0">
                <a:ea typeface="+mn-lt"/>
                <a:cs typeface="+mn-lt"/>
              </a:rPr>
              <a:t>Digital Inputs &amp; Outputs</a:t>
            </a:r>
            <a:r>
              <a:rPr lang="en-CA" dirty="0">
                <a:ea typeface="+mn-lt"/>
                <a:cs typeface="+mn-lt"/>
              </a:rPr>
              <a:t> - Understanding how microcontrollers read and send binary signals.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Analog Inputs &amp; UART</a:t>
            </a:r>
            <a:r>
              <a:rPr lang="en-CA" dirty="0">
                <a:ea typeface="+mn-lt"/>
                <a:cs typeface="+mn-lt"/>
              </a:rPr>
              <a:t> - Learning how to capture variable signals and send data through serial communication.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Pulse Width Modulation (PWM)</a:t>
            </a:r>
            <a:r>
              <a:rPr lang="en-CA" dirty="0">
                <a:ea typeface="+mn-lt"/>
                <a:cs typeface="+mn-lt"/>
              </a:rPr>
              <a:t> - Generating signals to control devices.</a:t>
            </a:r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7006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A4F5-9C0D-EF81-A1F6-FD3AB55E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495799" cy="434848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CA" b="1" dirty="0"/>
          </a:p>
          <a:p>
            <a:r>
              <a:rPr lang="en-CA" b="1" dirty="0">
                <a:ea typeface="+mn-lt"/>
                <a:cs typeface="+mn-lt"/>
              </a:rPr>
              <a:t>Flash:</a:t>
            </a:r>
            <a:r>
              <a:rPr lang="en-CA" dirty="0">
                <a:ea typeface="+mn-lt"/>
                <a:cs typeface="+mn-lt"/>
              </a:rPr>
              <a:t> 32 KB (0.5 KB used by bootloader)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SRAM:</a:t>
            </a:r>
            <a:r>
              <a:rPr lang="en-CA" dirty="0">
                <a:ea typeface="+mn-lt"/>
                <a:cs typeface="+mn-lt"/>
              </a:rPr>
              <a:t> 2 KB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EEPROM:</a:t>
            </a:r>
            <a:r>
              <a:rPr lang="en-CA" dirty="0">
                <a:ea typeface="+mn-lt"/>
                <a:cs typeface="+mn-lt"/>
              </a:rPr>
              <a:t> 1 KB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Digital I/O:</a:t>
            </a:r>
            <a:r>
              <a:rPr lang="en-CA" dirty="0">
                <a:ea typeface="+mn-lt"/>
                <a:cs typeface="+mn-lt"/>
              </a:rPr>
              <a:t> 14 pins (D0–D13)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PWM-capable:</a:t>
            </a:r>
            <a:r>
              <a:rPr lang="en-CA" dirty="0">
                <a:ea typeface="+mn-lt"/>
                <a:cs typeface="+mn-lt"/>
              </a:rPr>
              <a:t> 6 pins (D3, D5, D6, D9, D10, D11)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Analog Inputs:</a:t>
            </a:r>
            <a:r>
              <a:rPr lang="en-CA" dirty="0">
                <a:ea typeface="+mn-lt"/>
                <a:cs typeface="+mn-lt"/>
              </a:rPr>
              <a:t> 6 pins (A0–A5, can also be used as digital I/O)</a:t>
            </a:r>
            <a:endParaRPr lang="en-CA" dirty="0"/>
          </a:p>
          <a:p>
            <a:r>
              <a:rPr lang="en-CA" b="1" dirty="0">
                <a:ea typeface="+mn-lt"/>
                <a:cs typeface="+mn-lt"/>
              </a:rPr>
              <a:t>External Interrupts:</a:t>
            </a:r>
            <a:r>
              <a:rPr lang="en-CA" dirty="0">
                <a:ea typeface="+mn-lt"/>
                <a:cs typeface="+mn-lt"/>
              </a:rPr>
              <a:t> 2 pins (D2 = INT0, D3 = INT1)</a:t>
            </a:r>
            <a:endParaRPr lang="en-CA" dirty="0"/>
          </a:p>
          <a:p>
            <a:endParaRPr lang="en-CA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08460F-74F9-97DD-B690-F51B00415C3C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Arduino Uno</a:t>
            </a:r>
          </a:p>
        </p:txBody>
      </p:sp>
      <p:pic>
        <p:nvPicPr>
          <p:cNvPr id="2" name="Picture 1" descr="A green circuit board with black and silver components&#10;&#10;AI-generated content may be incorrect.">
            <a:extLst>
              <a:ext uri="{FF2B5EF4-FFF2-40B4-BE49-F238E27FC236}">
                <a16:creationId xmlns:a16="http://schemas.microsoft.com/office/drawing/2014/main" id="{2EF0219E-6A9B-C742-067D-018EF5E9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74" y="1454180"/>
            <a:ext cx="5448300" cy="3949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A3AE08-E88F-B82A-C5DA-0840ED40CBE0}"/>
              </a:ext>
            </a:extLst>
          </p:cNvPr>
          <p:cNvSpPr txBox="1"/>
          <p:nvPr/>
        </p:nvSpPr>
        <p:spPr>
          <a:xfrm>
            <a:off x="5772329" y="5530532"/>
            <a:ext cx="58262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From: https://store-usa.arduino.cc/products/arduino-uno-rev3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9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4B94-1F4A-CB5F-C2F5-2DB8B691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B933-53C1-8633-4153-7ACE65CB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5711688" cy="38979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Various Integrated Development Environments ( IDEs ) to program the Arduino. </a:t>
            </a:r>
            <a:endParaRPr lang="en-US" dirty="0"/>
          </a:p>
          <a:p>
            <a:r>
              <a:rPr lang="en-CA" dirty="0"/>
              <a:t>IDEs allows you to tell the computer what to do. </a:t>
            </a:r>
          </a:p>
          <a:p>
            <a:r>
              <a:rPr lang="en-CA" dirty="0"/>
              <a:t>Using the Arduino IDE</a:t>
            </a:r>
          </a:p>
          <a:p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A000E9-6ED9-CB11-67CE-EA30B57BC1E4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Programing MCU </a:t>
            </a:r>
          </a:p>
        </p:txBody>
      </p:sp>
      <p:pic>
        <p:nvPicPr>
          <p:cNvPr id="2" name="Picture 1" descr="Arduino IDE - Free download and install on Windows | Microsoft Store">
            <a:extLst>
              <a:ext uri="{FF2B5EF4-FFF2-40B4-BE49-F238E27FC236}">
                <a16:creationId xmlns:a16="http://schemas.microsoft.com/office/drawing/2014/main" id="{7C0836A0-4958-1D9F-4F15-87C8ED31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1441380"/>
            <a:ext cx="3122544" cy="3286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9055D8-258E-5298-45A4-6FAB2FCD3A40}"/>
              </a:ext>
            </a:extLst>
          </p:cNvPr>
          <p:cNvSpPr txBox="1"/>
          <p:nvPr/>
        </p:nvSpPr>
        <p:spPr>
          <a:xfrm>
            <a:off x="6669739" y="4595148"/>
            <a:ext cx="451129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From: </a:t>
            </a:r>
            <a:r>
              <a:rPr lang="en-US" sz="1100" dirty="0">
                <a:ea typeface="+mn-lt"/>
                <a:cs typeface="+mn-lt"/>
              </a:rPr>
              <a:t>https://apps.microsoft.com/detail/9nblggh4rsd8?hl=en-US&amp;gl=US</a:t>
            </a:r>
          </a:p>
        </p:txBody>
      </p:sp>
    </p:spTree>
    <p:extLst>
      <p:ext uri="{BB962C8B-B14F-4D97-AF65-F5344CB8AC3E}">
        <p14:creationId xmlns:p14="http://schemas.microsoft.com/office/powerpoint/2010/main" val="306852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6584-0891-4DEE-1850-EF0E4164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846" y="0"/>
            <a:ext cx="10175359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3600" dirty="0"/>
              <a:t>There is more to Microcontrollers than this, but you should find this workshop a good introduction.</a:t>
            </a:r>
          </a:p>
        </p:txBody>
      </p:sp>
    </p:spTree>
    <p:extLst>
      <p:ext uri="{BB962C8B-B14F-4D97-AF65-F5344CB8AC3E}">
        <p14:creationId xmlns:p14="http://schemas.microsoft.com/office/powerpoint/2010/main" val="76686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4CC6-BEF6-B4D2-A0AC-C20EE32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0304-7081-1FC5-6EB2-A6488DD7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72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6628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addff108-7f21-4f9a-a0bb-436c410cd06e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Circuit</vt:lpstr>
      <vt:lpstr>If you have not already done so, please download The Arduino IDE:    https://www.arduino.cc/en/software/     Go to THE Learn course page to find this link </vt:lpstr>
      <vt:lpstr>MCU ( Arduino) Introduction Workshop   </vt:lpstr>
      <vt:lpstr>PowerPoint Presentation</vt:lpstr>
      <vt:lpstr>PowerPoint Presentation</vt:lpstr>
      <vt:lpstr>Learning objectives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285</cp:revision>
  <dcterms:created xsi:type="dcterms:W3CDTF">2025-07-02T14:40:46Z</dcterms:created>
  <dcterms:modified xsi:type="dcterms:W3CDTF">2025-09-29T19:33:26Z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