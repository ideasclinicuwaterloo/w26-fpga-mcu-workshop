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omments/modernComment_107_657A0B67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68" r:id="rId6"/>
    <p:sldId id="263" r:id="rId7"/>
    <p:sldId id="264" r:id="rId8"/>
    <p:sldId id="258" r:id="rId9"/>
    <p:sldId id="26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841295E-4680-2B7B-A9AE-1A765E71D4EB}" name="Nancy Nelson" initials="NN" userId="S::n5nelson@uwaterloo.ca::42129715-28bd-4845-9956-5cafea6dbef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A0781E-B502-CF29-8BF6-EE034E89AB4D}" v="1051" dt="2025-09-29T18:05:45.256"/>
    <p1510:client id="{9FEBB218-BEC7-25C1-1576-74CAFF15D7CE}" v="275" dt="2025-09-29T19:34:34.9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an Jinzo Macpherson" userId="S::ijmacphe@uwaterloo.ca::1136d496-3cf7-4133-8842-ea25b02e6057" providerId="AD" clId="Web-{9FEBB218-BEC7-25C1-1576-74CAFF15D7CE}"/>
    <pc:docChg chg="delSld modSld">
      <pc:chgData name="Ian Jinzo Macpherson" userId="S::ijmacphe@uwaterloo.ca::1136d496-3cf7-4133-8842-ea25b02e6057" providerId="AD" clId="Web-{9FEBB218-BEC7-25C1-1576-74CAFF15D7CE}" dt="2025-09-29T19:34:34.931" v="270"/>
      <pc:docMkLst>
        <pc:docMk/>
      </pc:docMkLst>
      <pc:sldChg chg="modSp">
        <pc:chgData name="Ian Jinzo Macpherson" userId="S::ijmacphe@uwaterloo.ca::1136d496-3cf7-4133-8842-ea25b02e6057" providerId="AD" clId="Web-{9FEBB218-BEC7-25C1-1576-74CAFF15D7CE}" dt="2025-09-29T18:16:18.565" v="2" actId="20577"/>
        <pc:sldMkLst>
          <pc:docMk/>
          <pc:sldMk cId="2319455848" sldId="256"/>
        </pc:sldMkLst>
        <pc:spChg chg="mod">
          <ac:chgData name="Ian Jinzo Macpherson" userId="S::ijmacphe@uwaterloo.ca::1136d496-3cf7-4133-8842-ea25b02e6057" providerId="AD" clId="Web-{9FEBB218-BEC7-25C1-1576-74CAFF15D7CE}" dt="2025-09-29T18:16:18.565" v="2" actId="20577"/>
          <ac:spMkLst>
            <pc:docMk/>
            <pc:sldMk cId="2319455848" sldId="256"/>
            <ac:spMk id="2" creationId="{2971F3B5-F3FE-B7DB-AE65-CCFC2783F493}"/>
          </ac:spMkLst>
        </pc:spChg>
      </pc:sldChg>
      <pc:sldChg chg="modSp">
        <pc:chgData name="Ian Jinzo Macpherson" userId="S::ijmacphe@uwaterloo.ca::1136d496-3cf7-4133-8842-ea25b02e6057" providerId="AD" clId="Web-{9FEBB218-BEC7-25C1-1576-74CAFF15D7CE}" dt="2025-09-29T18:41:14.008" v="266" actId="20577"/>
        <pc:sldMkLst>
          <pc:docMk/>
          <pc:sldMk cId="2700692106" sldId="258"/>
        </pc:sldMkLst>
        <pc:spChg chg="mod">
          <ac:chgData name="Ian Jinzo Macpherson" userId="S::ijmacphe@uwaterloo.ca::1136d496-3cf7-4133-8842-ea25b02e6057" providerId="AD" clId="Web-{9FEBB218-BEC7-25C1-1576-74CAFF15D7CE}" dt="2025-09-29T18:41:14.008" v="266" actId="20577"/>
          <ac:spMkLst>
            <pc:docMk/>
            <pc:sldMk cId="2700692106" sldId="258"/>
            <ac:spMk id="3" creationId="{F25A160A-0A60-13B2-7C65-D766C9213B78}"/>
          </ac:spMkLst>
        </pc:spChg>
      </pc:sldChg>
      <pc:sldChg chg="del">
        <pc:chgData name="Ian Jinzo Macpherson" userId="S::ijmacphe@uwaterloo.ca::1136d496-3cf7-4133-8842-ea25b02e6057" providerId="AD" clId="Web-{9FEBB218-BEC7-25C1-1576-74CAFF15D7CE}" dt="2025-09-29T18:41:29.212" v="267"/>
        <pc:sldMkLst>
          <pc:docMk/>
          <pc:sldMk cId="3336293369" sldId="259"/>
        </pc:sldMkLst>
      </pc:sldChg>
      <pc:sldChg chg="addSp delSp modSp">
        <pc:chgData name="Ian Jinzo Macpherson" userId="S::ijmacphe@uwaterloo.ca::1136d496-3cf7-4133-8842-ea25b02e6057" providerId="AD" clId="Web-{9FEBB218-BEC7-25C1-1576-74CAFF15D7CE}" dt="2025-09-29T18:40:07.068" v="263" actId="14100"/>
        <pc:sldMkLst>
          <pc:docMk/>
          <pc:sldMk cId="11365839" sldId="264"/>
        </pc:sldMkLst>
        <pc:spChg chg="mod">
          <ac:chgData name="Ian Jinzo Macpherson" userId="S::ijmacphe@uwaterloo.ca::1136d496-3cf7-4133-8842-ea25b02e6057" providerId="AD" clId="Web-{9FEBB218-BEC7-25C1-1576-74CAFF15D7CE}" dt="2025-09-29T18:39:10.847" v="253" actId="20577"/>
          <ac:spMkLst>
            <pc:docMk/>
            <pc:sldMk cId="11365839" sldId="264"/>
            <ac:spMk id="3" creationId="{72F84B63-8740-6F78-16B9-648EACD11C45}"/>
          </ac:spMkLst>
        </pc:spChg>
        <pc:spChg chg="mod">
          <ac:chgData name="Ian Jinzo Macpherson" userId="S::ijmacphe@uwaterloo.ca::1136d496-3cf7-4133-8842-ea25b02e6057" providerId="AD" clId="Web-{9FEBB218-BEC7-25C1-1576-74CAFF15D7CE}" dt="2025-09-29T18:40:07.068" v="263" actId="14100"/>
          <ac:spMkLst>
            <pc:docMk/>
            <pc:sldMk cId="11365839" sldId="264"/>
            <ac:spMk id="4" creationId="{412FB283-2D57-D951-CE94-607281297FDE}"/>
          </ac:spMkLst>
        </pc:spChg>
        <pc:spChg chg="mod">
          <ac:chgData name="Ian Jinzo Macpherson" userId="S::ijmacphe@uwaterloo.ca::1136d496-3cf7-4133-8842-ea25b02e6057" providerId="AD" clId="Web-{9FEBB218-BEC7-25C1-1576-74CAFF15D7CE}" dt="2025-09-29T18:31:08.641" v="82" actId="20577"/>
          <ac:spMkLst>
            <pc:docMk/>
            <pc:sldMk cId="11365839" sldId="264"/>
            <ac:spMk id="5" creationId="{54FBBF34-D9C8-17DE-776C-536F42B54EB3}"/>
          </ac:spMkLst>
        </pc:spChg>
        <pc:spChg chg="del">
          <ac:chgData name="Ian Jinzo Macpherson" userId="S::ijmacphe@uwaterloo.ca::1136d496-3cf7-4133-8842-ea25b02e6057" providerId="AD" clId="Web-{9FEBB218-BEC7-25C1-1576-74CAFF15D7CE}" dt="2025-09-29T18:31:12.922" v="84"/>
          <ac:spMkLst>
            <pc:docMk/>
            <pc:sldMk cId="11365839" sldId="264"/>
            <ac:spMk id="9" creationId="{84A8C278-B8D2-22E5-896C-6A46E9685B7D}"/>
          </ac:spMkLst>
        </pc:spChg>
        <pc:picChg chg="add mod">
          <ac:chgData name="Ian Jinzo Macpherson" userId="S::ijmacphe@uwaterloo.ca::1136d496-3cf7-4133-8842-ea25b02e6057" providerId="AD" clId="Web-{9FEBB218-BEC7-25C1-1576-74CAFF15D7CE}" dt="2025-09-29T18:39:45.849" v="257" actId="1076"/>
          <ac:picMkLst>
            <pc:docMk/>
            <pc:sldMk cId="11365839" sldId="264"/>
            <ac:picMk id="2" creationId="{3FFE676F-B2A7-BF55-8716-F1808E4EDEFB}"/>
          </ac:picMkLst>
        </pc:picChg>
        <pc:picChg chg="del">
          <ac:chgData name="Ian Jinzo Macpherson" userId="S::ijmacphe@uwaterloo.ca::1136d496-3cf7-4133-8842-ea25b02e6057" providerId="AD" clId="Web-{9FEBB218-BEC7-25C1-1576-74CAFF15D7CE}" dt="2025-09-29T18:31:11.219" v="83"/>
          <ac:picMkLst>
            <pc:docMk/>
            <pc:sldMk cId="11365839" sldId="264"/>
            <ac:picMk id="6" creationId="{2D965037-13AB-4D0E-35C4-7B78C1DA5013}"/>
          </ac:picMkLst>
        </pc:picChg>
      </pc:sldChg>
      <pc:sldChg chg="del">
        <pc:chgData name="Ian Jinzo Macpherson" userId="S::ijmacphe@uwaterloo.ca::1136d496-3cf7-4133-8842-ea25b02e6057" providerId="AD" clId="Web-{9FEBB218-BEC7-25C1-1576-74CAFF15D7CE}" dt="2025-09-29T18:41:30.696" v="268"/>
        <pc:sldMkLst>
          <pc:docMk/>
          <pc:sldMk cId="3068526033" sldId="265"/>
        </pc:sldMkLst>
      </pc:sldChg>
      <pc:sldChg chg="modSp del">
        <pc:chgData name="Ian Jinzo Macpherson" userId="S::ijmacphe@uwaterloo.ca::1136d496-3cf7-4133-8842-ea25b02e6057" providerId="AD" clId="Web-{9FEBB218-BEC7-25C1-1576-74CAFF15D7CE}" dt="2025-09-29T19:34:34.931" v="270"/>
        <pc:sldMkLst>
          <pc:docMk/>
          <pc:sldMk cId="766865287" sldId="266"/>
        </pc:sldMkLst>
        <pc:spChg chg="mod">
          <ac:chgData name="Ian Jinzo Macpherson" userId="S::ijmacphe@uwaterloo.ca::1136d496-3cf7-4133-8842-ea25b02e6057" providerId="AD" clId="Web-{9FEBB218-BEC7-25C1-1576-74CAFF15D7CE}" dt="2025-09-29T19:34:34.290" v="269" actId="20577"/>
          <ac:spMkLst>
            <pc:docMk/>
            <pc:sldMk cId="766865287" sldId="266"/>
            <ac:spMk id="3" creationId="{5AFF6584-0891-4DEE-1850-EF0E41648BC8}"/>
          </ac:spMkLst>
        </pc:spChg>
      </pc:sldChg>
      <pc:sldChg chg="modSp">
        <pc:chgData name="Ian Jinzo Macpherson" userId="S::ijmacphe@uwaterloo.ca::1136d496-3cf7-4133-8842-ea25b02e6057" providerId="AD" clId="Web-{9FEBB218-BEC7-25C1-1576-74CAFF15D7CE}" dt="2025-09-29T18:19:50.769" v="19" actId="20577"/>
        <pc:sldMkLst>
          <pc:docMk/>
          <pc:sldMk cId="3828766358" sldId="268"/>
        </pc:sldMkLst>
        <pc:spChg chg="mod">
          <ac:chgData name="Ian Jinzo Macpherson" userId="S::ijmacphe@uwaterloo.ca::1136d496-3cf7-4133-8842-ea25b02e6057" providerId="AD" clId="Web-{9FEBB218-BEC7-25C1-1576-74CAFF15D7CE}" dt="2025-09-29T18:19:50.769" v="19" actId="20577"/>
          <ac:spMkLst>
            <pc:docMk/>
            <pc:sldMk cId="3828766358" sldId="268"/>
            <ac:spMk id="2" creationId="{28BE7992-7459-336C-91E5-B75AAC11B897}"/>
          </ac:spMkLst>
        </pc:spChg>
      </pc:sldChg>
    </pc:docChg>
  </pc:docChgLst>
</pc:chgInfo>
</file>

<file path=ppt/comments/modernComment_107_657A0B6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14BB948-7F9F-4767-A3F1-7E01C5B29B7B}" authorId="{0841295E-4680-2B7B-A9AE-1A765E71D4EB}" created="2025-07-03T12:46:18.701">
    <pc:sldMkLst xmlns:pc="http://schemas.microsoft.com/office/powerpoint/2013/main/command">
      <pc:docMk/>
      <pc:sldMk cId="1702497127" sldId="263"/>
    </pc:sldMkLst>
    <p188:txBody>
      <a:bodyPr/>
      <a:lstStyle/>
      <a:p>
        <a:r>
          <a:rPr lang="en-US"/>
          <a:t>Need to add Gabe Ghrayeb. Will Punit be here??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37811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6590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41498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00474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9032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00403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42282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8342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6715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3982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178070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637374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96549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62523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167969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92772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19047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63DEA9-C59D-4E1C-88EB-03F909DB6FE7}" type="datetimeFigureOut">
              <a:rPr lang="en-CA" smtClean="0"/>
              <a:t>2025-09-29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11C64B-8066-465F-A349-07C8D28735D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471098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tel.com/content/www/us/en/software-kit/849770/intel-quartus-prime-lite-edition-design-software-version-24-1-for-windows.html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7_657A0B67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1F3B5-F3FE-B7DB-AE65-CCFC2783F4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480807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>
                <a:latin typeface="Aptos"/>
              </a:rPr>
              <a:t>If you have not already done so, please download the </a:t>
            </a:r>
            <a:r>
              <a:rPr lang="en-US" sz="2800" err="1">
                <a:latin typeface="Aptos"/>
              </a:rPr>
              <a:t>QUartus</a:t>
            </a:r>
            <a:r>
              <a:rPr lang="en-US" sz="2800">
                <a:latin typeface="Aptos"/>
              </a:rPr>
              <a:t> Prime Lite at:</a:t>
            </a:r>
            <a:br>
              <a:rPr lang="en-US" sz="2800" dirty="0">
                <a:latin typeface="Aptos"/>
              </a:rPr>
            </a:br>
            <a:br>
              <a:rPr lang="en-US" sz="2800" dirty="0">
                <a:latin typeface="Aptos"/>
              </a:rPr>
            </a:br>
            <a:r>
              <a:rPr lang="en-US" sz="2800" dirty="0">
                <a:latin typeface="Aptos"/>
                <a:ea typeface="+mj-lt"/>
                <a:cs typeface="+mj-lt"/>
                <a:hlinkClick r:id="rId2"/>
              </a:rPr>
              <a:t>https://www.intel.com/content/www/us/en/software-kit/849770/intel-quartus-prime-lite-edition-design-software-version-24-1-for-windows</a:t>
            </a:r>
            <a:r>
              <a:rPr lang="en-US" sz="2800" dirty="0">
                <a:latin typeface="Aptos"/>
                <a:hlinkClick r:id="rId2"/>
              </a:rPr>
              <a:t>.html</a:t>
            </a:r>
            <a:br>
              <a:rPr lang="en-US" sz="2800" dirty="0">
                <a:latin typeface="Aptos"/>
              </a:rPr>
            </a:br>
            <a:br>
              <a:rPr lang="en-US" sz="2800" dirty="0">
                <a:latin typeface="Aptos"/>
              </a:rPr>
            </a:br>
            <a:r>
              <a:rPr lang="en-US" sz="2800">
                <a:latin typeface="Aptos"/>
              </a:rPr>
              <a:t>Go to Learn course page to find this link </a:t>
            </a:r>
            <a:endParaRPr lang="en-US"/>
          </a:p>
          <a:p>
            <a:endParaRPr lang="en-CA" noProof="0"/>
          </a:p>
        </p:txBody>
      </p:sp>
    </p:spTree>
    <p:extLst>
      <p:ext uri="{BB962C8B-B14F-4D97-AF65-F5344CB8AC3E}">
        <p14:creationId xmlns:p14="http://schemas.microsoft.com/office/powerpoint/2010/main" val="2319455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6A275-A34A-2F18-D792-3685FDE1C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E7992-7459-336C-91E5-B75AAC11B8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4808070"/>
          </a:xfrm>
        </p:spPr>
        <p:txBody>
          <a:bodyPr/>
          <a:lstStyle/>
          <a:p>
            <a:r>
              <a:rPr lang="en-CA" dirty="0"/>
              <a:t>FPGA </a:t>
            </a:r>
            <a:r>
              <a:rPr lang="en-CA" dirty="0" err="1"/>
              <a:t>Intermidiate</a:t>
            </a:r>
            <a:r>
              <a:rPr lang="en-CA" dirty="0"/>
              <a:t> </a:t>
            </a:r>
            <a:r>
              <a:rPr lang="en-CA" dirty="0">
                <a:latin typeface="TW Cen MT"/>
              </a:rPr>
              <a:t>Workshop</a:t>
            </a:r>
            <a:br>
              <a:rPr lang="en-CA" dirty="0"/>
            </a:br>
            <a:br>
              <a:rPr lang="en-CA" dirty="0"/>
            </a:br>
            <a:endParaRPr lang="en-CA"/>
          </a:p>
          <a:p>
            <a:endParaRPr lang="en-CA" noProof="0"/>
          </a:p>
        </p:txBody>
      </p:sp>
    </p:spTree>
    <p:extLst>
      <p:ext uri="{BB962C8B-B14F-4D97-AF65-F5344CB8AC3E}">
        <p14:creationId xmlns:p14="http://schemas.microsoft.com/office/powerpoint/2010/main" val="3828766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79CCF-5FBB-7874-D152-99CDBD1F9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541720"/>
            <a:ext cx="9905999" cy="5316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CA" noProof="0" dirty="0"/>
              <a:t>Orion Bruckman (EE)</a:t>
            </a:r>
          </a:p>
          <a:p>
            <a:pPr marL="542925">
              <a:lnSpc>
                <a:spcPct val="100000"/>
              </a:lnSpc>
              <a:spcBef>
                <a:spcPts val="0"/>
              </a:spcBef>
            </a:pPr>
            <a:r>
              <a:rPr lang="en-CA" noProof="0" dirty="0"/>
              <a:t>15 years as a lab instructor, 10 years of R&amp;D in computer and consumer electronics fields</a:t>
            </a:r>
          </a:p>
          <a:p>
            <a:pPr marL="542925">
              <a:lnSpc>
                <a:spcPct val="100000"/>
              </a:lnSpc>
              <a:spcBef>
                <a:spcPts val="0"/>
              </a:spcBef>
            </a:pPr>
            <a:endParaRPr lang="en-CA" noProof="0"/>
          </a:p>
          <a:p>
            <a:r>
              <a:rPr lang="en-CA" noProof="0" dirty="0"/>
              <a:t>Dr. Chris Rennick</a:t>
            </a:r>
          </a:p>
          <a:p>
            <a:pPr marL="542925">
              <a:lnSpc>
                <a:spcPct val="100000"/>
              </a:lnSpc>
              <a:spcBef>
                <a:spcPts val="0"/>
              </a:spcBef>
            </a:pPr>
            <a:r>
              <a:rPr lang="en-CA" noProof="0" dirty="0"/>
              <a:t>Purveyor of all Engineering knowledge </a:t>
            </a:r>
          </a:p>
          <a:p>
            <a:pPr marL="542925">
              <a:lnSpc>
                <a:spcPct val="100000"/>
              </a:lnSpc>
              <a:spcBef>
                <a:spcPts val="0"/>
              </a:spcBef>
            </a:pPr>
            <a:endParaRPr lang="en-CA" noProof="0"/>
          </a:p>
          <a:p>
            <a:r>
              <a:rPr lang="en-CA" dirty="0"/>
              <a:t>Gabe </a:t>
            </a:r>
            <a:r>
              <a:rPr lang="en-CA" dirty="0" err="1"/>
              <a:t>Ghrayeb</a:t>
            </a:r>
            <a:endParaRPr lang="en-CA" dirty="0"/>
          </a:p>
          <a:p>
            <a:pPr marL="542925">
              <a:lnSpc>
                <a:spcPct val="100000"/>
              </a:lnSpc>
              <a:spcBef>
                <a:spcPts val="0"/>
              </a:spcBef>
            </a:pPr>
            <a:r>
              <a:rPr lang="en-CA" dirty="0"/>
              <a:t>IDEAs Clinic Co-op, 4A Nanotechnology Engineering</a:t>
            </a:r>
            <a:endParaRPr lang="en-CA" noProof="0" dirty="0"/>
          </a:p>
          <a:p>
            <a:endParaRPr lang="en-CA" noProof="0"/>
          </a:p>
          <a:p>
            <a:pPr marL="0" indent="0">
              <a:buNone/>
            </a:pPr>
            <a:endParaRPr lang="en-CA" noProof="0" dirty="0">
              <a:latin typeface="Tw Cen MT"/>
            </a:endParaRPr>
          </a:p>
          <a:p>
            <a:pPr marL="314325" indent="0">
              <a:lnSpc>
                <a:spcPct val="100000"/>
              </a:lnSpc>
              <a:spcBef>
                <a:spcPts val="0"/>
              </a:spcBef>
              <a:buNone/>
            </a:pPr>
            <a:endParaRPr lang="en-CA" noProof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99C91FD-BC01-04DD-539E-73E49B6F4AB1}"/>
              </a:ext>
            </a:extLst>
          </p:cNvPr>
          <p:cNvSpPr txBox="1">
            <a:spLocks/>
          </p:cNvSpPr>
          <p:nvPr/>
        </p:nvSpPr>
        <p:spPr>
          <a:xfrm>
            <a:off x="1141413" y="618518"/>
            <a:ext cx="9905998" cy="8242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noProof="0"/>
              <a:t>Today’s Teaching Team</a:t>
            </a:r>
          </a:p>
        </p:txBody>
      </p:sp>
    </p:spTree>
    <p:extLst>
      <p:ext uri="{BB962C8B-B14F-4D97-AF65-F5344CB8AC3E}">
        <p14:creationId xmlns:p14="http://schemas.microsoft.com/office/powerpoint/2010/main" val="170249712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06B066-387F-1FB2-A08C-8059D365F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67" name="Rectangle 1066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noProof="0"/>
          </a:p>
        </p:txBody>
      </p:sp>
      <p:pic>
        <p:nvPicPr>
          <p:cNvPr id="1069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6="http://schemas.microsoft.com/office/drawing/2014/main" xmlns:p14="http://schemas.microsoft.com/office/powerpoint/2010/main"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84B63-8740-6F78-16B9-648EACD11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442720"/>
            <a:ext cx="4130565" cy="477181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CA" sz="2000" dirty="0"/>
              <a:t>If you have already completed Day 1, we are now going to learn how to render visuals over HDMI</a:t>
            </a:r>
            <a:endParaRPr lang="en-CA" sz="2000" noProof="0" dirty="0"/>
          </a:p>
          <a:p>
            <a:r>
              <a:rPr lang="en-CA" sz="2000" dirty="0"/>
              <a:t>Using Logic to create video games </a:t>
            </a:r>
          </a:p>
        </p:txBody>
      </p:sp>
      <p:grpSp>
        <p:nvGrpSpPr>
          <p:cNvPr id="1071" name="Group 1070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72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73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74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75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76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77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78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79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80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81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82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83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84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85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86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87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88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89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90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91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92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93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94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95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96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97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  <p:sp>
          <p:nvSpPr>
            <p:cNvPr id="1098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 noProof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12FB283-2D57-D951-CE94-607281297FDE}"/>
              </a:ext>
            </a:extLst>
          </p:cNvPr>
          <p:cNvSpPr txBox="1"/>
          <p:nvPr/>
        </p:nvSpPr>
        <p:spPr>
          <a:xfrm>
            <a:off x="6582029" y="5218601"/>
            <a:ext cx="5393097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CA" sz="1400" noProof="0" dirty="0"/>
              <a:t>From: </a:t>
            </a:r>
            <a:r>
              <a:rPr lang="en-CA" sz="1400" noProof="0" dirty="0">
                <a:ea typeface="+mn-lt"/>
                <a:cs typeface="+mn-lt"/>
              </a:rPr>
              <a:t>https://</a:t>
            </a:r>
            <a:r>
              <a:rPr lang="en-CA" sz="1400" dirty="0">
                <a:ea typeface="+mn-lt"/>
                <a:cs typeface="+mn-lt"/>
              </a:rPr>
              <a:t>play.google</a:t>
            </a:r>
            <a:r>
              <a:rPr lang="en-CA" sz="1400" noProof="0" dirty="0">
                <a:ea typeface="+mn-lt"/>
                <a:cs typeface="+mn-lt"/>
              </a:rPr>
              <a:t>.</a:t>
            </a:r>
            <a:r>
              <a:rPr lang="en-CA" sz="1400" dirty="0">
                <a:ea typeface="+mn-lt"/>
                <a:cs typeface="+mn-lt"/>
              </a:rPr>
              <a:t>com/store</a:t>
            </a:r>
            <a:r>
              <a:rPr lang="en-CA" sz="1400" noProof="0" dirty="0">
                <a:ea typeface="+mn-lt"/>
                <a:cs typeface="+mn-lt"/>
              </a:rPr>
              <a:t>/</a:t>
            </a:r>
            <a:r>
              <a:rPr lang="en-CA" sz="1400" dirty="0">
                <a:ea typeface="+mn-lt"/>
                <a:cs typeface="+mn-lt"/>
              </a:rPr>
              <a:t>apps</a:t>
            </a:r>
            <a:r>
              <a:rPr lang="en-CA" sz="1400" noProof="0" dirty="0">
                <a:ea typeface="+mn-lt"/>
                <a:cs typeface="+mn-lt"/>
              </a:rPr>
              <a:t>/</a:t>
            </a:r>
            <a:r>
              <a:rPr lang="en-CA" sz="1400" dirty="0">
                <a:ea typeface="+mn-lt"/>
                <a:cs typeface="+mn-lt"/>
              </a:rPr>
              <a:t>details?id=net.bubik.pong&amp;hl=en_AU</a:t>
            </a:r>
            <a:endParaRPr lang="en-CA" sz="1400" noProof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4FBBF34-D9C8-17DE-776C-536F42B54EB3}"/>
              </a:ext>
            </a:extLst>
          </p:cNvPr>
          <p:cNvSpPr txBox="1">
            <a:spLocks/>
          </p:cNvSpPr>
          <p:nvPr/>
        </p:nvSpPr>
        <p:spPr>
          <a:xfrm>
            <a:off x="1141413" y="618518"/>
            <a:ext cx="9905998" cy="8242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dirty="0"/>
              <a:t>The Next </a:t>
            </a:r>
            <a:r>
              <a:rPr lang="en-CA" dirty="0" err="1"/>
              <a:t>LEvel</a:t>
            </a:r>
            <a:endParaRPr lang="en-CA" dirty="0"/>
          </a:p>
        </p:txBody>
      </p:sp>
      <p:pic>
        <p:nvPicPr>
          <p:cNvPr id="2" name="Picture 1" descr="A black and white screen with white numbers&#10;&#10;AI-generated content may be incorrect.">
            <a:extLst>
              <a:ext uri="{FF2B5EF4-FFF2-40B4-BE49-F238E27FC236}">
                <a16:creationId xmlns:a16="http://schemas.microsoft.com/office/drawing/2014/main" id="{3FFE676F-B2A7-BF55-8716-F1808E4EDE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953" y="1883093"/>
            <a:ext cx="5575935" cy="3084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5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C81C2-AB9F-CC02-362E-6A56E379A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824202"/>
          </a:xfrm>
        </p:spPr>
        <p:txBody>
          <a:bodyPr/>
          <a:lstStyle/>
          <a:p>
            <a:r>
              <a:rPr lang="en-CA" dirty="0">
                <a:latin typeface="TW Cen MT"/>
              </a:rPr>
              <a:t>Learning objectives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A160A-0A60-13B2-7C65-D766C9213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1850" y="1447800"/>
            <a:ext cx="7860348" cy="507875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CA" dirty="0">
                <a:ea typeface="+mn-lt"/>
                <a:cs typeface="+mn-lt"/>
              </a:rPr>
              <a:t>Understand and use </a:t>
            </a:r>
            <a:r>
              <a:rPr lang="en-CA" b="1" dirty="0">
                <a:ea typeface="+mn-lt"/>
                <a:cs typeface="+mn-lt"/>
              </a:rPr>
              <a:t>licensed IP cores</a:t>
            </a:r>
            <a:r>
              <a:rPr lang="en-CA" dirty="0">
                <a:ea typeface="+mn-lt"/>
                <a:cs typeface="+mn-lt"/>
              </a:rPr>
              <a:t> in Quartus Prime.</a:t>
            </a:r>
            <a:endParaRPr lang="en-CA" dirty="0"/>
          </a:p>
          <a:p>
            <a:r>
              <a:rPr lang="en-CA" dirty="0">
                <a:ea typeface="+mn-lt"/>
                <a:cs typeface="+mn-lt"/>
              </a:rPr>
              <a:t>Learn to write </a:t>
            </a:r>
            <a:r>
              <a:rPr lang="en-CA" b="1" dirty="0">
                <a:ea typeface="+mn-lt"/>
                <a:cs typeface="+mn-lt"/>
              </a:rPr>
              <a:t>reusable logic</a:t>
            </a:r>
            <a:r>
              <a:rPr lang="en-CA" dirty="0">
                <a:ea typeface="+mn-lt"/>
                <a:cs typeface="+mn-lt"/>
              </a:rPr>
              <a:t> and integrate multiple components.</a:t>
            </a:r>
            <a:endParaRPr lang="en-CA" dirty="0"/>
          </a:p>
          <a:p>
            <a:r>
              <a:rPr lang="en-CA" dirty="0">
                <a:ea typeface="+mn-lt"/>
                <a:cs typeface="+mn-lt"/>
              </a:rPr>
              <a:t>Use </a:t>
            </a:r>
            <a:r>
              <a:rPr lang="en-CA" b="1" dirty="0">
                <a:ea typeface="+mn-lt"/>
                <a:cs typeface="+mn-lt"/>
              </a:rPr>
              <a:t>conditional assignments</a:t>
            </a:r>
            <a:r>
              <a:rPr lang="en-CA" dirty="0">
                <a:ea typeface="+mn-lt"/>
                <a:cs typeface="+mn-lt"/>
              </a:rPr>
              <a:t> effectively in VHDL.</a:t>
            </a:r>
            <a:endParaRPr lang="en-CA" dirty="0"/>
          </a:p>
          <a:p>
            <a:r>
              <a:rPr lang="en-CA" dirty="0">
                <a:ea typeface="+mn-lt"/>
                <a:cs typeface="+mn-lt"/>
              </a:rPr>
              <a:t>Design and implement </a:t>
            </a:r>
            <a:r>
              <a:rPr lang="en-CA" b="1" dirty="0">
                <a:ea typeface="+mn-lt"/>
                <a:cs typeface="+mn-lt"/>
              </a:rPr>
              <a:t>finite state machines (FSMs)</a:t>
            </a:r>
            <a:r>
              <a:rPr lang="en-CA" dirty="0">
                <a:ea typeface="+mn-lt"/>
                <a:cs typeface="+mn-lt"/>
              </a:rPr>
              <a:t> in a hardware context.</a:t>
            </a:r>
            <a:endParaRPr lang="en-CA" dirty="0"/>
          </a:p>
          <a:p>
            <a:endParaRPr lang="en-CA" dirty="0"/>
          </a:p>
          <a:p>
            <a:endParaRPr lang="en-CA" dirty="0"/>
          </a:p>
          <a:p>
            <a:pPr marL="0" indent="0">
              <a:buNone/>
            </a:pPr>
            <a:endParaRPr lang="en-CA" noProof="0"/>
          </a:p>
        </p:txBody>
      </p:sp>
    </p:spTree>
    <p:extLst>
      <p:ext uri="{BB962C8B-B14F-4D97-AF65-F5344CB8AC3E}">
        <p14:creationId xmlns:p14="http://schemas.microsoft.com/office/powerpoint/2010/main" val="2700692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D4CC6-BEF6-B4D2-A0AC-C20EE327E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70304-7081-1FC5-6EB2-A6488DD7A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CA" sz="720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7662817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4B87D8ED0D12C4BB412CCADF24856D9" ma:contentTypeVersion="22" ma:contentTypeDescription="Create a new document." ma:contentTypeScope="" ma:versionID="b1cc1c752841891c41f7bed8b6583311">
  <xsd:schema xmlns:xsd="http://www.w3.org/2001/XMLSchema" xmlns:xs="http://www.w3.org/2001/XMLSchema" xmlns:p="http://schemas.microsoft.com/office/2006/metadata/properties" xmlns:ns2="e7dfc8fa-bf2c-40a2-9de2-5ccba9e04138" xmlns:ns3="5f0a85ad-4c26-4cbd-bedb-381aa63fc72b" targetNamespace="http://schemas.microsoft.com/office/2006/metadata/properties" ma:root="true" ma:fieldsID="e01ad39419231970904f7036ce5b8066" ns2:_="" ns3:_="">
    <xsd:import namespace="e7dfc8fa-bf2c-40a2-9de2-5ccba9e04138"/>
    <xsd:import namespace="5f0a85ad-4c26-4cbd-bedb-381aa63fc7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Info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dfc8fa-bf2c-40a2-9de2-5ccba9e041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cbf906fe-3e8e-4b22-a6fd-bde302b9218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Info" ma:index="26" nillable="true" ma:displayName="Info" ma:format="Dropdown" ma:internalName="Info">
      <xsd:simpleType>
        <xsd:restriction base="dms:Text">
          <xsd:maxLength value="255"/>
        </xsd:restriction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0a85ad-4c26-4cbd-bedb-381aa63fc72b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c01c6572-da1a-41a4-a317-7ee31b7f5865}" ma:internalName="TaxCatchAll" ma:showField="CatchAllData" ma:web="5f0a85ad-4c26-4cbd-bedb-381aa63fc72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7dfc8fa-bf2c-40a2-9de2-5ccba9e04138">
      <Terms xmlns="http://schemas.microsoft.com/office/infopath/2007/PartnerControls"/>
    </lcf76f155ced4ddcb4097134ff3c332f>
    <Info xmlns="e7dfc8fa-bf2c-40a2-9de2-5ccba9e04138" xsi:nil="true"/>
    <TaxCatchAll xmlns="5f0a85ad-4c26-4cbd-bedb-381aa63fc72b" xsi:nil="true"/>
  </documentManagement>
</p:properties>
</file>

<file path=customXml/itemProps1.xml><?xml version="1.0" encoding="utf-8"?>
<ds:datastoreItem xmlns:ds="http://schemas.openxmlformats.org/officeDocument/2006/customXml" ds:itemID="{75B1BCDD-DD3B-4CEA-BF44-20450E52A01E}">
  <ds:schemaRefs>
    <ds:schemaRef ds:uri="5f0a85ad-4c26-4cbd-bedb-381aa63fc72b"/>
    <ds:schemaRef ds:uri="e7dfc8fa-bf2c-40a2-9de2-5ccba9e0413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4372434-5B24-4D4F-85CE-CF432E15020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D3691E0-79D6-49B0-806F-B4817F45AECC}">
  <ds:schemaRefs>
    <ds:schemaRef ds:uri="5f0a85ad-4c26-4cbd-bedb-381aa63fc72b"/>
    <ds:schemaRef ds:uri="addff108-7f21-4f9a-a0bb-436c410cd06e"/>
    <ds:schemaRef ds:uri="e7dfc8fa-bf2c-40a2-9de2-5ccba9e04138"/>
    <ds:schemaRef ds:uri="http://schemas.microsoft.com/office/2006/metadata/properties"/>
    <ds:schemaRef ds:uri="http://schemas.microsoft.com/office/infopath/2007/PartnerControls"/>
  </ds:schemaRefs>
</ds:datastoreItem>
</file>

<file path=docMetadata/LabelInfo.xml><?xml version="1.0" encoding="utf-8"?>
<clbl:labelList xmlns:clbl="http://schemas.microsoft.com/office/2020/mipLabelMetadata">
  <clbl:label id="{a9ee03e0-b78c-4998-8bf4-79b266b85105}" enabled="1" method="Standard" siteId="{723a5a87-f39a-4a22-9247-3fc240c0139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Circuit</vt:lpstr>
      <vt:lpstr>If you have not already done so, please download the QUartus Prime Lite at:  https://www.intel.com/content/www/us/en/software-kit/849770/intel-quartus-prime-lite-edition-design-software-version-24-1-for-windows.html  Go to Learn course page to find this link  </vt:lpstr>
      <vt:lpstr>FPGA Intermidiate Workshop   </vt:lpstr>
      <vt:lpstr>PowerPoint Presentation</vt:lpstr>
      <vt:lpstr>PowerPoint Presentation</vt:lpstr>
      <vt:lpstr>Learning objectives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Orion Bruckman</dc:creator>
  <cp:revision>318</cp:revision>
  <dcterms:created xsi:type="dcterms:W3CDTF">2025-07-02T14:40:46Z</dcterms:created>
  <dcterms:modified xsi:type="dcterms:W3CDTF">2025-09-29T19:34:44Z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0x01010004B87D8ED0D12C4BB412CCADF24856D9</vt:lpwstr>
  </property>
  <property fmtid="{D5CDD505-2E9C-101B-9397-08002B2CF9AE}" pid="3" name="MediaServiceImageTags">
    <vt:lpwstr/>
  </property>
</Properties>
</file>