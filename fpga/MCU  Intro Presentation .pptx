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7_657A0B6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8" r:id="rId6"/>
    <p:sldId id="263" r:id="rId7"/>
    <p:sldId id="264" r:id="rId8"/>
    <p:sldId id="258" r:id="rId9"/>
    <p:sldId id="259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41295E-4680-2B7B-A9AE-1A765E71D4EB}" name="Nancy Nelson" initials="NN" userId="S::n5nelson@uwaterloo.ca::42129715-28bd-4845-9956-5cafea6dbe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0781E-B502-CF29-8BF6-EE034E89AB4D}" v="1051" dt="2025-09-29T18:05:45.2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Jinzo Macpherson" userId="S::ijmacphe@uwaterloo.ca::1136d496-3cf7-4133-8842-ea25b02e6057" providerId="AD" clId="Web-{31A0781E-B502-CF29-8BF6-EE034E89AB4D}"/>
    <pc:docChg chg="addSld delSld modSld sldOrd">
      <pc:chgData name="Ian Jinzo Macpherson" userId="S::ijmacphe@uwaterloo.ca::1136d496-3cf7-4133-8842-ea25b02e6057" providerId="AD" clId="Web-{31A0781E-B502-CF29-8BF6-EE034E89AB4D}" dt="2025-09-29T18:05:45.256" v="973" actId="20577"/>
      <pc:docMkLst>
        <pc:docMk/>
      </pc:docMkLst>
      <pc:sldChg chg="modSp">
        <pc:chgData name="Ian Jinzo Macpherson" userId="S::ijmacphe@uwaterloo.ca::1136d496-3cf7-4133-8842-ea25b02e6057" providerId="AD" clId="Web-{31A0781E-B502-CF29-8BF6-EE034E89AB4D}" dt="2025-09-29T18:05:45.256" v="973" actId="20577"/>
        <pc:sldMkLst>
          <pc:docMk/>
          <pc:sldMk cId="2319455848" sldId="256"/>
        </pc:sldMkLst>
        <pc:spChg chg="mod">
          <ac:chgData name="Ian Jinzo Macpherson" userId="S::ijmacphe@uwaterloo.ca::1136d496-3cf7-4133-8842-ea25b02e6057" providerId="AD" clId="Web-{31A0781E-B502-CF29-8BF6-EE034E89AB4D}" dt="2025-09-29T18:05:45.256" v="973" actId="20577"/>
          <ac:spMkLst>
            <pc:docMk/>
            <pc:sldMk cId="2319455848" sldId="256"/>
            <ac:spMk id="2" creationId="{2971F3B5-F3FE-B7DB-AE65-CCFC2783F493}"/>
          </ac:spMkLst>
        </pc:spChg>
      </pc:sldChg>
      <pc:sldChg chg="addSp delSp modSp">
        <pc:chgData name="Ian Jinzo Macpherson" userId="S::ijmacphe@uwaterloo.ca::1136d496-3cf7-4133-8842-ea25b02e6057" providerId="AD" clId="Web-{31A0781E-B502-CF29-8BF6-EE034E89AB4D}" dt="2025-09-29T17:59:51.451" v="935"/>
        <pc:sldMkLst>
          <pc:docMk/>
          <pc:sldMk cId="2700692106" sldId="258"/>
        </pc:sldMkLst>
        <pc:spChg chg="mod">
          <ac:chgData name="Ian Jinzo Macpherson" userId="S::ijmacphe@uwaterloo.ca::1136d496-3cf7-4133-8842-ea25b02e6057" providerId="AD" clId="Web-{31A0781E-B502-CF29-8BF6-EE034E89AB4D}" dt="2025-09-29T17:03:59.228" v="607" actId="20577"/>
          <ac:spMkLst>
            <pc:docMk/>
            <pc:sldMk cId="2700692106" sldId="258"/>
            <ac:spMk id="2" creationId="{C15C81C2-AB9F-CC02-362E-6A56E379AE94}"/>
          </ac:spMkLst>
        </pc:spChg>
        <pc:spChg chg="mod">
          <ac:chgData name="Ian Jinzo Macpherson" userId="S::ijmacphe@uwaterloo.ca::1136d496-3cf7-4133-8842-ea25b02e6057" providerId="AD" clId="Web-{31A0781E-B502-CF29-8BF6-EE034E89AB4D}" dt="2025-09-29T17:02:44.916" v="563" actId="20577"/>
          <ac:spMkLst>
            <pc:docMk/>
            <pc:sldMk cId="2700692106" sldId="258"/>
            <ac:spMk id="3" creationId="{F25A160A-0A60-13B2-7C65-D766C9213B78}"/>
          </ac:spMkLst>
        </pc:spChg>
        <pc:graphicFrameChg chg="del mod modGraphic">
          <ac:chgData name="Ian Jinzo Macpherson" userId="S::ijmacphe@uwaterloo.ca::1136d496-3cf7-4133-8842-ea25b02e6057" providerId="AD" clId="Web-{31A0781E-B502-CF29-8BF6-EE034E89AB4D}" dt="2025-09-29T16:42:49.358" v="473"/>
          <ac:graphicFrameMkLst>
            <pc:docMk/>
            <pc:sldMk cId="2700692106" sldId="258"/>
            <ac:graphicFrameMk id="6" creationId="{E8FA3FDA-9297-AB01-DAAD-209110CC18BB}"/>
          </ac:graphicFrameMkLst>
        </pc:graphicFrameChg>
        <pc:picChg chg="add del mod">
          <ac:chgData name="Ian Jinzo Macpherson" userId="S::ijmacphe@uwaterloo.ca::1136d496-3cf7-4133-8842-ea25b02e6057" providerId="AD" clId="Web-{31A0781E-B502-CF29-8BF6-EE034E89AB4D}" dt="2025-09-29T17:59:51.451" v="935"/>
          <ac:picMkLst>
            <pc:docMk/>
            <pc:sldMk cId="2700692106" sldId="258"/>
            <ac:picMk id="4" creationId="{78AC0A15-321C-AA7D-11CE-F70FBF2DC63D}"/>
          </ac:picMkLst>
        </pc:picChg>
        <pc:picChg chg="add del mod">
          <ac:chgData name="Ian Jinzo Macpherson" userId="S::ijmacphe@uwaterloo.ca::1136d496-3cf7-4133-8842-ea25b02e6057" providerId="AD" clId="Web-{31A0781E-B502-CF29-8BF6-EE034E89AB4D}" dt="2025-09-29T16:44:02.093" v="476"/>
          <ac:picMkLst>
            <pc:docMk/>
            <pc:sldMk cId="2700692106" sldId="258"/>
            <ac:picMk id="4" creationId="{835E8DB3-7FFF-76A1-BF5B-6CA0753EB47A}"/>
          </ac:picMkLst>
        </pc:picChg>
      </pc:sldChg>
      <pc:sldChg chg="addSp modSp ord">
        <pc:chgData name="Ian Jinzo Macpherson" userId="S::ijmacphe@uwaterloo.ca::1136d496-3cf7-4133-8842-ea25b02e6057" providerId="AD" clId="Web-{31A0781E-B502-CF29-8BF6-EE034E89AB4D}" dt="2025-09-29T17:07:37.389" v="671" actId="1076"/>
        <pc:sldMkLst>
          <pc:docMk/>
          <pc:sldMk cId="3336293369" sldId="259"/>
        </pc:sldMkLst>
        <pc:spChg chg="mod">
          <ac:chgData name="Ian Jinzo Macpherson" userId="S::ijmacphe@uwaterloo.ca::1136d496-3cf7-4133-8842-ea25b02e6057" providerId="AD" clId="Web-{31A0781E-B502-CF29-8BF6-EE034E89AB4D}" dt="2025-09-29T17:07:29.732" v="669" actId="14100"/>
          <ac:spMkLst>
            <pc:docMk/>
            <pc:sldMk cId="3336293369" sldId="259"/>
            <ac:spMk id="3" creationId="{86F6A4F5-9C0D-EF81-A1F6-FD3AB55EF905}"/>
          </ac:spMkLst>
        </pc:spChg>
        <pc:spChg chg="mod">
          <ac:chgData name="Ian Jinzo Macpherson" userId="S::ijmacphe@uwaterloo.ca::1136d496-3cf7-4133-8842-ea25b02e6057" providerId="AD" clId="Web-{31A0781E-B502-CF29-8BF6-EE034E89AB4D}" dt="2025-09-29T17:05:05.463" v="623" actId="20577"/>
          <ac:spMkLst>
            <pc:docMk/>
            <pc:sldMk cId="3336293369" sldId="259"/>
            <ac:spMk id="4" creationId="{FC08460F-74F9-97DD-B690-F51B00415C3C}"/>
          </ac:spMkLst>
        </pc:spChg>
        <pc:picChg chg="add mod">
          <ac:chgData name="Ian Jinzo Macpherson" userId="S::ijmacphe@uwaterloo.ca::1136d496-3cf7-4133-8842-ea25b02e6057" providerId="AD" clId="Web-{31A0781E-B502-CF29-8BF6-EE034E89AB4D}" dt="2025-09-29T17:07:37.389" v="671" actId="1076"/>
          <ac:picMkLst>
            <pc:docMk/>
            <pc:sldMk cId="3336293369" sldId="259"/>
            <ac:picMk id="2" creationId="{2EF0219E-6A9B-C742-067D-018EF5E9B294}"/>
          </ac:picMkLst>
        </pc:picChg>
      </pc:sldChg>
      <pc:sldChg chg="delSp modSp del">
        <pc:chgData name="Ian Jinzo Macpherson" userId="S::ijmacphe@uwaterloo.ca::1136d496-3cf7-4133-8842-ea25b02e6057" providerId="AD" clId="Web-{31A0781E-B502-CF29-8BF6-EE034E89AB4D}" dt="2025-09-29T17:12:03.158" v="672"/>
        <pc:sldMkLst>
          <pc:docMk/>
          <pc:sldMk cId="2988860814" sldId="260"/>
        </pc:sldMkLst>
        <pc:spChg chg="mod">
          <ac:chgData name="Ian Jinzo Macpherson" userId="S::ijmacphe@uwaterloo.ca::1136d496-3cf7-4133-8842-ea25b02e6057" providerId="AD" clId="Web-{31A0781E-B502-CF29-8BF6-EE034E89AB4D}" dt="2025-09-29T16:45:51.968" v="486" actId="20577"/>
          <ac:spMkLst>
            <pc:docMk/>
            <pc:sldMk cId="2988860814" sldId="260"/>
            <ac:spMk id="2" creationId="{EB0B0B8A-332A-06C8-8A1C-8F8E4863A407}"/>
          </ac:spMkLst>
        </pc:spChg>
        <pc:grpChg chg="del">
          <ac:chgData name="Ian Jinzo Macpherson" userId="S::ijmacphe@uwaterloo.ca::1136d496-3cf7-4133-8842-ea25b02e6057" providerId="AD" clId="Web-{31A0781E-B502-CF29-8BF6-EE034E89AB4D}" dt="2025-09-29T17:04:04.900" v="608"/>
          <ac:grpSpMkLst>
            <pc:docMk/>
            <pc:sldMk cId="2988860814" sldId="260"/>
            <ac:grpSpMk id="10" creationId="{BCE2AC65-CE85-671E-DC36-E29CB9707744}"/>
          </ac:grpSpMkLst>
        </pc:grpChg>
        <pc:cxnChg chg="mod">
          <ac:chgData name="Ian Jinzo Macpherson" userId="S::ijmacphe@uwaterloo.ca::1136d496-3cf7-4133-8842-ea25b02e6057" providerId="AD" clId="Web-{31A0781E-B502-CF29-8BF6-EE034E89AB4D}" dt="2025-09-29T17:04:04.900" v="608"/>
          <ac:cxnSpMkLst>
            <pc:docMk/>
            <pc:sldMk cId="2988860814" sldId="260"/>
            <ac:cxnSpMk id="8" creationId="{08C6FABD-8B1C-9ACF-3804-29E3626901C4}"/>
          </ac:cxnSpMkLst>
        </pc:cxnChg>
      </pc:sldChg>
      <pc:sldChg chg="modSp">
        <pc:chgData name="Ian Jinzo Macpherson" userId="S::ijmacphe@uwaterloo.ca::1136d496-3cf7-4133-8842-ea25b02e6057" providerId="AD" clId="Web-{31A0781E-B502-CF29-8BF6-EE034E89AB4D}" dt="2025-09-29T15:50:19.876" v="16" actId="20577"/>
        <pc:sldMkLst>
          <pc:docMk/>
          <pc:sldMk cId="1702497127" sldId="263"/>
        </pc:sldMkLst>
        <pc:spChg chg="mod">
          <ac:chgData name="Ian Jinzo Macpherson" userId="S::ijmacphe@uwaterloo.ca::1136d496-3cf7-4133-8842-ea25b02e6057" providerId="AD" clId="Web-{31A0781E-B502-CF29-8BF6-EE034E89AB4D}" dt="2025-09-29T15:50:19.876" v="16" actId="20577"/>
          <ac:spMkLst>
            <pc:docMk/>
            <pc:sldMk cId="1702497127" sldId="263"/>
            <ac:spMk id="3" creationId="{18979CCF-5FBB-7874-D152-99CDBD1F999D}"/>
          </ac:spMkLst>
        </pc:spChg>
      </pc:sldChg>
      <pc:sldChg chg="addSp delSp modSp">
        <pc:chgData name="Ian Jinzo Macpherson" userId="S::ijmacphe@uwaterloo.ca::1136d496-3cf7-4133-8842-ea25b02e6057" providerId="AD" clId="Web-{31A0781E-B502-CF29-8BF6-EE034E89AB4D}" dt="2025-09-29T17:02:57.306" v="566" actId="20577"/>
        <pc:sldMkLst>
          <pc:docMk/>
          <pc:sldMk cId="11365839" sldId="264"/>
        </pc:sldMkLst>
        <pc:spChg chg="mod">
          <ac:chgData name="Ian Jinzo Macpherson" userId="S::ijmacphe@uwaterloo.ca::1136d496-3cf7-4133-8842-ea25b02e6057" providerId="AD" clId="Web-{31A0781E-B502-CF29-8BF6-EE034E89AB4D}" dt="2025-09-29T16:40:09.483" v="434" actId="20577"/>
          <ac:spMkLst>
            <pc:docMk/>
            <pc:sldMk cId="11365839" sldId="264"/>
            <ac:spMk id="3" creationId="{72F84B63-8740-6F78-16B9-648EACD11C45}"/>
          </ac:spMkLst>
        </pc:spChg>
        <pc:spChg chg="mod">
          <ac:chgData name="Ian Jinzo Macpherson" userId="S::ijmacphe@uwaterloo.ca::1136d496-3cf7-4133-8842-ea25b02e6057" providerId="AD" clId="Web-{31A0781E-B502-CF29-8BF6-EE034E89AB4D}" dt="2025-09-29T16:41:04.171" v="438" actId="1076"/>
          <ac:spMkLst>
            <pc:docMk/>
            <pc:sldMk cId="11365839" sldId="264"/>
            <ac:spMk id="4" creationId="{412FB283-2D57-D951-CE94-607281297FDE}"/>
          </ac:spMkLst>
        </pc:spChg>
        <pc:spChg chg="mod">
          <ac:chgData name="Ian Jinzo Macpherson" userId="S::ijmacphe@uwaterloo.ca::1136d496-3cf7-4133-8842-ea25b02e6057" providerId="AD" clId="Web-{31A0781E-B502-CF29-8BF6-EE034E89AB4D}" dt="2025-09-29T17:02:57.306" v="566" actId="20577"/>
          <ac:spMkLst>
            <pc:docMk/>
            <pc:sldMk cId="11365839" sldId="264"/>
            <ac:spMk id="5" creationId="{54FBBF34-D9C8-17DE-776C-536F42B54EB3}"/>
          </ac:spMkLst>
        </pc:spChg>
        <pc:picChg chg="add del mod modCrop">
          <ac:chgData name="Ian Jinzo Macpherson" userId="S::ijmacphe@uwaterloo.ca::1136d496-3cf7-4133-8842-ea25b02e6057" providerId="AD" clId="Web-{31A0781E-B502-CF29-8BF6-EE034E89AB4D}" dt="2025-09-29T16:46:15.625" v="489"/>
          <ac:picMkLst>
            <pc:docMk/>
            <pc:sldMk cId="11365839" sldId="264"/>
            <ac:picMk id="2" creationId="{E9B748C0-764A-3EAF-DE30-E1CA4BECFE70}"/>
          </ac:picMkLst>
        </pc:picChg>
        <pc:picChg chg="add del mod">
          <ac:chgData name="Ian Jinzo Macpherson" userId="S::ijmacphe@uwaterloo.ca::1136d496-3cf7-4133-8842-ea25b02e6057" providerId="AD" clId="Web-{31A0781E-B502-CF29-8BF6-EE034E89AB4D}" dt="2025-09-29T16:49:07.768" v="494" actId="14100"/>
          <ac:picMkLst>
            <pc:docMk/>
            <pc:sldMk cId="11365839" sldId="264"/>
            <ac:picMk id="6" creationId="{2D965037-13AB-4D0E-35C4-7B78C1DA5013}"/>
          </ac:picMkLst>
        </pc:picChg>
        <pc:picChg chg="del">
          <ac:chgData name="Ian Jinzo Macpherson" userId="S::ijmacphe@uwaterloo.ca::1136d496-3cf7-4133-8842-ea25b02e6057" providerId="AD" clId="Web-{31A0781E-B502-CF29-8BF6-EE034E89AB4D}" dt="2025-09-29T16:40:13.092" v="435"/>
          <ac:picMkLst>
            <pc:docMk/>
            <pc:sldMk cId="11365839" sldId="264"/>
            <ac:picMk id="1028" creationId="{8E831E33-3BD5-548D-FB9A-657CB7A5CDF8}"/>
          </ac:picMkLst>
        </pc:picChg>
      </pc:sldChg>
      <pc:sldChg chg="addSp delSp modSp">
        <pc:chgData name="Ian Jinzo Macpherson" userId="S::ijmacphe@uwaterloo.ca::1136d496-3cf7-4133-8842-ea25b02e6057" providerId="AD" clId="Web-{31A0781E-B502-CF29-8BF6-EE034E89AB4D}" dt="2025-09-29T17:57:16.351" v="913" actId="20577"/>
        <pc:sldMkLst>
          <pc:docMk/>
          <pc:sldMk cId="3068526033" sldId="265"/>
        </pc:sldMkLst>
        <pc:spChg chg="mod">
          <ac:chgData name="Ian Jinzo Macpherson" userId="S::ijmacphe@uwaterloo.ca::1136d496-3cf7-4133-8842-ea25b02e6057" providerId="AD" clId="Web-{31A0781E-B502-CF29-8BF6-EE034E89AB4D}" dt="2025-09-29T17:57:16.351" v="913" actId="20577"/>
          <ac:spMkLst>
            <pc:docMk/>
            <pc:sldMk cId="3068526033" sldId="265"/>
            <ac:spMk id="3" creationId="{B918B933-53C1-8633-4153-7ACE65CBA468}"/>
          </ac:spMkLst>
        </pc:spChg>
        <pc:spChg chg="mod">
          <ac:chgData name="Ian Jinzo Macpherson" userId="S::ijmacphe@uwaterloo.ca::1136d496-3cf7-4133-8842-ea25b02e6057" providerId="AD" clId="Web-{31A0781E-B502-CF29-8BF6-EE034E89AB4D}" dt="2025-09-29T17:34:33.081" v="684" actId="20577"/>
          <ac:spMkLst>
            <pc:docMk/>
            <pc:sldMk cId="3068526033" sldId="265"/>
            <ac:spMk id="4" creationId="{C6A000E9-6ED9-CB11-67CE-EA30B57BC1E4}"/>
          </ac:spMkLst>
        </pc:spChg>
        <pc:picChg chg="add mod">
          <ac:chgData name="Ian Jinzo Macpherson" userId="S::ijmacphe@uwaterloo.ca::1136d496-3cf7-4133-8842-ea25b02e6057" providerId="AD" clId="Web-{31A0781E-B502-CF29-8BF6-EE034E89AB4D}" dt="2025-09-29T17:42:00.376" v="760" actId="1076"/>
          <ac:picMkLst>
            <pc:docMk/>
            <pc:sldMk cId="3068526033" sldId="265"/>
            <ac:picMk id="2" creationId="{7C0836A0-4958-1D9F-4F15-87C8ED3124DC}"/>
          </ac:picMkLst>
        </pc:picChg>
        <pc:picChg chg="add del mod">
          <ac:chgData name="Ian Jinzo Macpherson" userId="S::ijmacphe@uwaterloo.ca::1136d496-3cf7-4133-8842-ea25b02e6057" providerId="AD" clId="Web-{31A0781E-B502-CF29-8BF6-EE034E89AB4D}" dt="2025-09-29T17:55:52.595" v="866"/>
          <ac:picMkLst>
            <pc:docMk/>
            <pc:sldMk cId="3068526033" sldId="265"/>
            <ac:picMk id="5" creationId="{631AD6F6-6830-6DAE-7953-0C9C25BA6494}"/>
          </ac:picMkLst>
        </pc:picChg>
      </pc:sldChg>
      <pc:sldChg chg="modSp">
        <pc:chgData name="Ian Jinzo Macpherson" userId="S::ijmacphe@uwaterloo.ca::1136d496-3cf7-4133-8842-ea25b02e6057" providerId="AD" clId="Web-{31A0781E-B502-CF29-8BF6-EE034E89AB4D}" dt="2025-09-29T17:58:23.010" v="931" actId="20577"/>
        <pc:sldMkLst>
          <pc:docMk/>
          <pc:sldMk cId="766865287" sldId="266"/>
        </pc:sldMkLst>
        <pc:spChg chg="mod">
          <ac:chgData name="Ian Jinzo Macpherson" userId="S::ijmacphe@uwaterloo.ca::1136d496-3cf7-4133-8842-ea25b02e6057" providerId="AD" clId="Web-{31A0781E-B502-CF29-8BF6-EE034E89AB4D}" dt="2025-09-29T17:58:23.010" v="931" actId="20577"/>
          <ac:spMkLst>
            <pc:docMk/>
            <pc:sldMk cId="766865287" sldId="266"/>
            <ac:spMk id="3" creationId="{5AFF6584-0891-4DEE-1850-EF0E41648BC8}"/>
          </ac:spMkLst>
        </pc:spChg>
      </pc:sldChg>
      <pc:sldChg chg="modSp">
        <pc:chgData name="Ian Jinzo Macpherson" userId="S::ijmacphe@uwaterloo.ca::1136d496-3cf7-4133-8842-ea25b02e6057" providerId="AD" clId="Web-{31A0781E-B502-CF29-8BF6-EE034E89AB4D}" dt="2025-09-29T15:49:38.813" v="14" actId="20577"/>
        <pc:sldMkLst>
          <pc:docMk/>
          <pc:sldMk cId="3828766358" sldId="268"/>
        </pc:sldMkLst>
        <pc:spChg chg="mod">
          <ac:chgData name="Ian Jinzo Macpherson" userId="S::ijmacphe@uwaterloo.ca::1136d496-3cf7-4133-8842-ea25b02e6057" providerId="AD" clId="Web-{31A0781E-B502-CF29-8BF6-EE034E89AB4D}" dt="2025-09-29T15:49:38.813" v="14" actId="20577"/>
          <ac:spMkLst>
            <pc:docMk/>
            <pc:sldMk cId="3828766358" sldId="268"/>
            <ac:spMk id="2" creationId="{28BE7992-7459-336C-91E5-B75AAC11B897}"/>
          </ac:spMkLst>
        </pc:spChg>
      </pc:sldChg>
      <pc:sldChg chg="add del replId">
        <pc:chgData name="Ian Jinzo Macpherson" userId="S::ijmacphe@uwaterloo.ca::1136d496-3cf7-4133-8842-ea25b02e6057" providerId="AD" clId="Web-{31A0781E-B502-CF29-8BF6-EE034E89AB4D}" dt="2025-09-29T16:44:13.468" v="480"/>
        <pc:sldMkLst>
          <pc:docMk/>
          <pc:sldMk cId="3314114126" sldId="269"/>
        </pc:sldMkLst>
      </pc:sldChg>
    </pc:docChg>
  </pc:docChgLst>
</pc:chgInfo>
</file>

<file path=ppt/comments/modernComment_107_657A0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4BB948-7F9F-4767-A3F1-7E01C5B29B7B}" authorId="{0841295E-4680-2B7B-A9AE-1A765E71D4EB}" created="2025-07-03T12:46:18.701">
    <pc:sldMkLst xmlns:pc="http://schemas.microsoft.com/office/powerpoint/2013/main/command">
      <pc:docMk/>
      <pc:sldMk cId="1702497127" sldId="263"/>
    </pc:sldMkLst>
    <p188:txBody>
      <a:bodyPr/>
      <a:lstStyle/>
      <a:p>
        <a:r>
          <a:rPr lang="en-US"/>
          <a:t>Need to add Gabe Ghrayeb. Will Punit be here??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1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59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49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47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03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40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28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3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71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98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7807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737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654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523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79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77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904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109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657A0B6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F3B5-F3FE-B7DB-AE65-CCFC2783F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Aptos"/>
              </a:rPr>
              <a:t>If you have not already done so, please download The Arduino IDE:</a:t>
            </a: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r>
              <a:rPr lang="en-US" sz="2800" dirty="0">
                <a:ea typeface="+mj-lt"/>
                <a:cs typeface="+mj-lt"/>
              </a:rPr>
              <a:t>https://www.arduino.cc/en/software/ </a:t>
            </a:r>
            <a:br>
              <a:rPr lang="en-US" sz="2800" dirty="0">
                <a:latin typeface="Tw Cen MT"/>
              </a:rPr>
            </a:br>
            <a:br>
              <a:rPr lang="en-US" sz="2800" dirty="0">
                <a:latin typeface="Tw Cen MT"/>
              </a:rPr>
            </a:br>
            <a:br>
              <a:rPr lang="en-US" sz="2800" dirty="0">
                <a:latin typeface="Tw Cen MT"/>
              </a:rPr>
            </a:br>
            <a:br>
              <a:rPr lang="en-US" sz="2800" u="sng" dirty="0">
                <a:latin typeface="Aptos"/>
              </a:rPr>
            </a:br>
            <a:r>
              <a:rPr lang="en-US" sz="2800" dirty="0">
                <a:latin typeface="Aptos"/>
              </a:rPr>
              <a:t>Go to THE Learn course page to find this link</a:t>
            </a:r>
            <a:endParaRPr lang="en-CA" sz="2800" dirty="0">
              <a:latin typeface="Aptos"/>
            </a:endParaRPr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31945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275-A34A-2F18-D792-3685FDE1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7992-7459-336C-91E5-B75AAC11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/>
          <a:lstStyle/>
          <a:p>
            <a:r>
              <a:rPr lang="en-CA" dirty="0"/>
              <a:t>MCU</a:t>
            </a:r>
            <a:r>
              <a:rPr lang="en-CA" noProof="0" dirty="0"/>
              <a:t> </a:t>
            </a:r>
            <a:r>
              <a:rPr lang="en-CA" dirty="0"/>
              <a:t>( Arduino) </a:t>
            </a:r>
            <a:r>
              <a:rPr lang="en-CA" noProof="0" dirty="0"/>
              <a:t>Introduction</a:t>
            </a:r>
            <a:r>
              <a:rPr lang="en-CA" dirty="0"/>
              <a:t> </a:t>
            </a:r>
            <a:r>
              <a:rPr lang="en-CA" dirty="0">
                <a:latin typeface="TW Cen MT"/>
              </a:rPr>
              <a:t>Workshop</a:t>
            </a:r>
            <a:br>
              <a:rPr lang="en-CA" dirty="0"/>
            </a:br>
            <a:br>
              <a:rPr lang="en-CA" dirty="0"/>
            </a:br>
            <a:endParaRPr lang="en-CA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382876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9CCF-5FBB-7874-D152-99CDBD1F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720"/>
            <a:ext cx="9905999" cy="5316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Orion Bruckman (EE)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15 years as a lab instructor, 10 years of R&amp;D in computer and consumer electronics fields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noProof="0" dirty="0"/>
              <a:t>Dr. Chris Rennick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Purveyor of all Engineering knowledge 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dirty="0"/>
              <a:t>Gabe </a:t>
            </a:r>
            <a:r>
              <a:rPr lang="en-CA" dirty="0" err="1"/>
              <a:t>Ghrayeb</a:t>
            </a:r>
            <a:endParaRPr lang="en-CA" dirty="0"/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dirty="0"/>
              <a:t>IDEAs Clinic Co-op, 4A Nanotechnology Engineering</a:t>
            </a:r>
            <a:endParaRPr lang="en-CA" noProof="0" dirty="0"/>
          </a:p>
          <a:p>
            <a:endParaRPr lang="en-CA" noProof="0"/>
          </a:p>
          <a:p>
            <a:pPr marL="0" indent="0">
              <a:buNone/>
            </a:pPr>
            <a:endParaRPr lang="en-CA" noProof="0" dirty="0">
              <a:latin typeface="Tw Cen MT"/>
            </a:endParaRPr>
          </a:p>
          <a:p>
            <a:pPr marL="314325" indent="0">
              <a:lnSpc>
                <a:spcPct val="100000"/>
              </a:lnSpc>
              <a:spcBef>
                <a:spcPts val="0"/>
              </a:spcBef>
              <a:buNone/>
            </a:pPr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C91FD-BC01-04DD-539E-73E49B6F4AB1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noProof="0"/>
              <a:t>Today’s Teaching Team</a:t>
            </a:r>
          </a:p>
        </p:txBody>
      </p:sp>
    </p:spTree>
    <p:extLst>
      <p:ext uri="{BB962C8B-B14F-4D97-AF65-F5344CB8AC3E}">
        <p14:creationId xmlns:p14="http://schemas.microsoft.com/office/powerpoint/2010/main" val="17024971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6B066-387F-1FB2-A08C-8059D365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/>
          </a:p>
        </p:txBody>
      </p:sp>
      <p:pic>
        <p:nvPicPr>
          <p:cNvPr id="10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4B63-8740-6F78-16B9-648EACD11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4130565" cy="47718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sz="2000" dirty="0"/>
              <a:t>A microcontroller is a self-contained compute, on an integrated circuit</a:t>
            </a:r>
            <a:endParaRPr lang="en-CA" sz="2000" noProof="0" dirty="0"/>
          </a:p>
          <a:p>
            <a:r>
              <a:rPr lang="en-CA" sz="2000" dirty="0"/>
              <a:t>Access to Memory, CPU, and I/O pins. Allowing you to customize the other components as needed.</a:t>
            </a: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7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2FB283-2D57-D951-CE94-607281297FDE}"/>
              </a:ext>
            </a:extLst>
          </p:cNvPr>
          <p:cNvSpPr txBox="1"/>
          <p:nvPr/>
        </p:nvSpPr>
        <p:spPr>
          <a:xfrm>
            <a:off x="6582029" y="5218601"/>
            <a:ext cx="2703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A" sz="1400" noProof="0"/>
              <a:t>From: https://ebics.net/cyclone-iv/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FBBF34-D9C8-17DE-776C-536F42B54EB3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What is a MICROCONTROLLER ?</a:t>
            </a: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A8C278-B8D2-22E5-896C-6A46E9685B7D}"/>
              </a:ext>
            </a:extLst>
          </p:cNvPr>
          <p:cNvSpPr/>
          <p:nvPr/>
        </p:nvSpPr>
        <p:spPr>
          <a:xfrm>
            <a:off x="6794205" y="1990725"/>
            <a:ext cx="2020186" cy="2030413"/>
          </a:xfrm>
          <a:prstGeom prst="ellipse">
            <a:avLst/>
          </a:prstGeom>
          <a:noFill/>
          <a:ln w="2286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/>
          </a:p>
        </p:txBody>
      </p:sp>
      <p:pic>
        <p:nvPicPr>
          <p:cNvPr id="6" name="Picture 5" descr="A diagram of a microchip&#10;&#10;AI-generated content may be incorrect.">
            <a:extLst>
              <a:ext uri="{FF2B5EF4-FFF2-40B4-BE49-F238E27FC236}">
                <a16:creationId xmlns:a16="http://schemas.microsoft.com/office/drawing/2014/main" id="{2D965037-13AB-4D0E-35C4-7B78C1DA5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301" y="1553286"/>
            <a:ext cx="5588000" cy="398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1C2-AB9F-CC02-362E-6A56E379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4202"/>
          </a:xfrm>
        </p:spPr>
        <p:txBody>
          <a:bodyPr/>
          <a:lstStyle/>
          <a:p>
            <a:r>
              <a:rPr lang="en-CA" dirty="0">
                <a:latin typeface="TW Cen MT"/>
              </a:rPr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160A-0A60-13B2-7C65-D766C921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850" y="1447800"/>
            <a:ext cx="7860348" cy="50787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b="1" dirty="0">
                <a:ea typeface="+mn-lt"/>
                <a:cs typeface="+mn-lt"/>
              </a:rPr>
              <a:t>Digital Inputs &amp; Outputs</a:t>
            </a:r>
            <a:r>
              <a:rPr lang="en-CA" dirty="0">
                <a:ea typeface="+mn-lt"/>
                <a:cs typeface="+mn-lt"/>
              </a:rPr>
              <a:t> - Understanding how microcontrollers read and send binary signals.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Analog Inputs &amp; UART</a:t>
            </a:r>
            <a:r>
              <a:rPr lang="en-CA" dirty="0">
                <a:ea typeface="+mn-lt"/>
                <a:cs typeface="+mn-lt"/>
              </a:rPr>
              <a:t> - Learning how to capture variable signals and send data through serial communication.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Pulse Width Modulation (PWM)</a:t>
            </a:r>
            <a:r>
              <a:rPr lang="en-CA" dirty="0">
                <a:ea typeface="+mn-lt"/>
                <a:cs typeface="+mn-lt"/>
              </a:rPr>
              <a:t> - Generating signals to control devices.</a:t>
            </a:r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70069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6A4F5-9C0D-EF81-A1F6-FD3AB55EF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4495799" cy="434848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lang="en-CA" b="1" dirty="0"/>
          </a:p>
          <a:p>
            <a:r>
              <a:rPr lang="en-CA" b="1" dirty="0">
                <a:ea typeface="+mn-lt"/>
                <a:cs typeface="+mn-lt"/>
              </a:rPr>
              <a:t>Flash:</a:t>
            </a:r>
            <a:r>
              <a:rPr lang="en-CA" dirty="0">
                <a:ea typeface="+mn-lt"/>
                <a:cs typeface="+mn-lt"/>
              </a:rPr>
              <a:t> 32 KB (0.5 KB used by bootloader)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SRAM:</a:t>
            </a:r>
            <a:r>
              <a:rPr lang="en-CA" dirty="0">
                <a:ea typeface="+mn-lt"/>
                <a:cs typeface="+mn-lt"/>
              </a:rPr>
              <a:t> 2 KB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EEPROM:</a:t>
            </a:r>
            <a:r>
              <a:rPr lang="en-CA" dirty="0">
                <a:ea typeface="+mn-lt"/>
                <a:cs typeface="+mn-lt"/>
              </a:rPr>
              <a:t> 1 KB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Digital I/O:</a:t>
            </a:r>
            <a:r>
              <a:rPr lang="en-CA" dirty="0">
                <a:ea typeface="+mn-lt"/>
                <a:cs typeface="+mn-lt"/>
              </a:rPr>
              <a:t> 14 pins (D0–D13)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PWM-capable:</a:t>
            </a:r>
            <a:r>
              <a:rPr lang="en-CA" dirty="0">
                <a:ea typeface="+mn-lt"/>
                <a:cs typeface="+mn-lt"/>
              </a:rPr>
              <a:t> 6 pins (D3, D5, D6, D9, D10, D11)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Analog Inputs:</a:t>
            </a:r>
            <a:r>
              <a:rPr lang="en-CA" dirty="0">
                <a:ea typeface="+mn-lt"/>
                <a:cs typeface="+mn-lt"/>
              </a:rPr>
              <a:t> 6 pins (A0–A5, can also be used as digital I/O)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External Interrupts:</a:t>
            </a:r>
            <a:r>
              <a:rPr lang="en-CA" dirty="0">
                <a:ea typeface="+mn-lt"/>
                <a:cs typeface="+mn-lt"/>
              </a:rPr>
              <a:t> 2 pins (D2 = INT0, D3 = INT1)</a:t>
            </a:r>
            <a:endParaRPr lang="en-CA" dirty="0"/>
          </a:p>
          <a:p>
            <a:endParaRPr lang="en-CA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08460F-74F9-97DD-B690-F51B00415C3C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Arduino Uno</a:t>
            </a:r>
          </a:p>
        </p:txBody>
      </p:sp>
      <p:pic>
        <p:nvPicPr>
          <p:cNvPr id="2" name="Picture 1" descr="A green circuit board with black and silver components&#10;&#10;AI-generated content may be incorrect.">
            <a:extLst>
              <a:ext uri="{FF2B5EF4-FFF2-40B4-BE49-F238E27FC236}">
                <a16:creationId xmlns:a16="http://schemas.microsoft.com/office/drawing/2014/main" id="{2EF0219E-6A9B-C742-067D-018EF5E9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74" y="1454180"/>
            <a:ext cx="5448300" cy="394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9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4B94-1F4A-CB5F-C2F5-2DB8B691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B933-53C1-8633-4153-7ACE65CBA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5711688" cy="38979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Various Integrated Development Environments ( IDEs ) to program the Arduino. </a:t>
            </a:r>
            <a:endParaRPr lang="en-US" dirty="0"/>
          </a:p>
          <a:p>
            <a:r>
              <a:rPr lang="en-CA" dirty="0"/>
              <a:t>IDEs allows you to tell the computer what to do. </a:t>
            </a:r>
          </a:p>
          <a:p>
            <a:r>
              <a:rPr lang="en-CA" dirty="0"/>
              <a:t>Using the Arduino IDE</a:t>
            </a:r>
          </a:p>
          <a:p>
            <a:endParaRPr lang="en-CA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A000E9-6ED9-CB11-67CE-EA30B57BC1E4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Programing MCU </a:t>
            </a:r>
          </a:p>
        </p:txBody>
      </p:sp>
      <p:pic>
        <p:nvPicPr>
          <p:cNvPr id="2" name="Picture 1" descr="Arduino IDE - Free download and install on Windows | Microsoft Store">
            <a:extLst>
              <a:ext uri="{FF2B5EF4-FFF2-40B4-BE49-F238E27FC236}">
                <a16:creationId xmlns:a16="http://schemas.microsoft.com/office/drawing/2014/main" id="{7C0836A0-4958-1D9F-4F15-87C8ED31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1441380"/>
            <a:ext cx="3122544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2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F6584-0891-4DEE-1850-EF0E41648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846" y="0"/>
            <a:ext cx="10175359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3600" dirty="0"/>
              <a:t>There is more to Microcontrollers than this, but you should find this workshop a good introduction.</a:t>
            </a:r>
          </a:p>
        </p:txBody>
      </p:sp>
    </p:spTree>
    <p:extLst>
      <p:ext uri="{BB962C8B-B14F-4D97-AF65-F5344CB8AC3E}">
        <p14:creationId xmlns:p14="http://schemas.microsoft.com/office/powerpoint/2010/main" val="76686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4CC6-BEF6-B4D2-A0AC-C20EE327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0304-7081-1FC5-6EB2-A6488DD7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72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6628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B87D8ED0D12C4BB412CCADF24856D9" ma:contentTypeVersion="22" ma:contentTypeDescription="Create a new document." ma:contentTypeScope="" ma:versionID="b1cc1c752841891c41f7bed8b6583311">
  <xsd:schema xmlns:xsd="http://www.w3.org/2001/XMLSchema" xmlns:xs="http://www.w3.org/2001/XMLSchema" xmlns:p="http://schemas.microsoft.com/office/2006/metadata/properties" xmlns:ns2="e7dfc8fa-bf2c-40a2-9de2-5ccba9e04138" xmlns:ns3="5f0a85ad-4c26-4cbd-bedb-381aa63fc72b" targetNamespace="http://schemas.microsoft.com/office/2006/metadata/properties" ma:root="true" ma:fieldsID="e01ad39419231970904f7036ce5b8066" ns2:_="" ns3:_="">
    <xsd:import namespace="e7dfc8fa-bf2c-40a2-9de2-5ccba9e04138"/>
    <xsd:import namespace="5f0a85ad-4c26-4cbd-bedb-381aa63fc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Inf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fc8fa-bf2c-40a2-9de2-5ccba9e04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nfo" ma:index="26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a85ad-4c26-4cbd-bedb-381aa63fc72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01c6572-da1a-41a4-a317-7ee31b7f5865}" ma:internalName="TaxCatchAll" ma:showField="CatchAllData" ma:web="5f0a85ad-4c26-4cbd-bedb-381aa63fc7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dfc8fa-bf2c-40a2-9de2-5ccba9e04138">
      <Terms xmlns="http://schemas.microsoft.com/office/infopath/2007/PartnerControls"/>
    </lcf76f155ced4ddcb4097134ff3c332f>
    <Info xmlns="e7dfc8fa-bf2c-40a2-9de2-5ccba9e04138" xsi:nil="true"/>
    <TaxCatchAll xmlns="5f0a85ad-4c26-4cbd-bedb-381aa63fc72b" xsi:nil="true"/>
  </documentManagement>
</p:properties>
</file>

<file path=customXml/itemProps1.xml><?xml version="1.0" encoding="utf-8"?>
<ds:datastoreItem xmlns:ds="http://schemas.openxmlformats.org/officeDocument/2006/customXml" ds:itemID="{75B1BCDD-DD3B-4CEA-BF44-20450E52A01E}">
  <ds:schemaRefs>
    <ds:schemaRef ds:uri="5f0a85ad-4c26-4cbd-bedb-381aa63fc72b"/>
    <ds:schemaRef ds:uri="e7dfc8fa-bf2c-40a2-9de2-5ccba9e04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372434-5B24-4D4F-85CE-CF432E1502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3691E0-79D6-49B0-806F-B4817F45AECC}">
  <ds:schemaRefs>
    <ds:schemaRef ds:uri="5f0a85ad-4c26-4cbd-bedb-381aa63fc72b"/>
    <ds:schemaRef ds:uri="addff108-7f21-4f9a-a0bb-436c410cd06e"/>
    <ds:schemaRef ds:uri="e7dfc8fa-bf2c-40a2-9de2-5ccba9e04138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Circuit</vt:lpstr>
      <vt:lpstr>If you have not already done so, please download The Arduino IDE:    https://www.arduino.cc/en/software/     Go to THE Learn course page to find this link </vt:lpstr>
      <vt:lpstr>MCU ( Arduino) Introduction Workshop   </vt:lpstr>
      <vt:lpstr>PowerPoint Presentation</vt:lpstr>
      <vt:lpstr>PowerPoint Presentation</vt:lpstr>
      <vt:lpstr>Learning objectives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Orion Bruckman</dc:creator>
  <cp:revision>262</cp:revision>
  <dcterms:created xsi:type="dcterms:W3CDTF">2025-07-02T14:40:46Z</dcterms:created>
  <dcterms:modified xsi:type="dcterms:W3CDTF">2025-09-29T18:05:45Z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0x01010004B87D8ED0D12C4BB412CCADF24856D9</vt:lpwstr>
  </property>
  <property fmtid="{D5CDD505-2E9C-101B-9397-08002B2CF9AE}" pid="3" name="MediaServiceImageTags">
    <vt:lpwstr/>
  </property>
</Properties>
</file>